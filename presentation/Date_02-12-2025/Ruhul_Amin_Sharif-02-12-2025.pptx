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42" r:id="rId1"/>
  </p:sldMasterIdLst>
  <p:sldIdLst>
    <p:sldId id="266" r:id="rId2"/>
    <p:sldId id="270" r:id="rId3"/>
    <p:sldId id="275" r:id="rId4"/>
    <p:sldId id="276" r:id="rId5"/>
    <p:sldId id="278" r:id="rId6"/>
    <p:sldId id="279" r:id="rId7"/>
    <p:sldId id="259" r:id="rId8"/>
    <p:sldId id="280" r:id="rId9"/>
    <p:sldId id="281" r:id="rId10"/>
    <p:sldId id="282" r:id="rId11"/>
    <p:sldId id="283" r:id="rId12"/>
    <p:sldId id="272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F56"/>
    <a:srgbClr val="005B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385648-3C0D-4C23-ADAD-DAD71226204A}" v="991" dt="2025-11-30T18:07:45.748"/>
    <p1510:client id="{6B2286D7-D6B4-6C6F-C176-D510379DB58B}" v="935" dt="2025-12-01T13:09:48.781"/>
    <p1510:client id="{8781E55E-7285-2E33-81B6-527580194B31}" v="66" dt="2025-11-30T18:00:05.814"/>
    <p1510:client id="{9E45FBB3-DE6F-67FD-EDD5-CBD40BDF9132}" v="13" dt="2025-11-30T18:08:28.569"/>
    <p1510:client id="{C9F15A1F-D13A-D94B-3CA3-A74E4927A92B}" v="603" dt="2025-12-01T11:11:40.866"/>
    <p1510:client id="{D9086068-4E70-3926-2B7C-1940DC42283D}" v="167" dt="2025-12-01T15:21:49.813"/>
    <p1510:client id="{DF440D0C-31B3-3DBD-FB88-802775FEAA6B}" v="3169" dt="2025-12-01T10:03:41.8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im Hossain" userId="3c313c1370303e74" providerId="Windows Live" clId="Web-{9E45FBB3-DE6F-67FD-EDD5-CBD40BDF9132}"/>
    <pc:docChg chg="modSld">
      <pc:chgData name="Tamim Hossain" userId="3c313c1370303e74" providerId="Windows Live" clId="Web-{9E45FBB3-DE6F-67FD-EDD5-CBD40BDF9132}" dt="2025-11-30T18:08:28.569" v="10"/>
      <pc:docMkLst>
        <pc:docMk/>
      </pc:docMkLst>
      <pc:sldChg chg="addSp delSp modSp">
        <pc:chgData name="Tamim Hossain" userId="3c313c1370303e74" providerId="Windows Live" clId="Web-{9E45FBB3-DE6F-67FD-EDD5-CBD40BDF9132}" dt="2025-11-30T18:08:28.569" v="10"/>
        <pc:sldMkLst>
          <pc:docMk/>
          <pc:sldMk cId="4121539568" sldId="266"/>
        </pc:sldMkLst>
        <pc:spChg chg="mod">
          <ac:chgData name="Tamim Hossain" userId="3c313c1370303e74" providerId="Windows Live" clId="Web-{9E45FBB3-DE6F-67FD-EDD5-CBD40BDF9132}" dt="2025-11-30T18:07:20.316" v="1" actId="20577"/>
          <ac:spMkLst>
            <pc:docMk/>
            <pc:sldMk cId="4121539568" sldId="266"/>
            <ac:spMk id="3" creationId="{03127BD1-FFFB-D18D-FD0D-F516661A0A69}"/>
          </ac:spMkLst>
        </pc:spChg>
        <pc:picChg chg="add del mod">
          <ac:chgData name="Tamim Hossain" userId="3c313c1370303e74" providerId="Windows Live" clId="Web-{9E45FBB3-DE6F-67FD-EDD5-CBD40BDF9132}" dt="2025-11-30T18:08:04.630" v="5"/>
          <ac:picMkLst>
            <pc:docMk/>
            <pc:sldMk cId="4121539568" sldId="266"/>
            <ac:picMk id="2" creationId="{BB5BEC40-62B5-3974-A45B-166E4E224BBD}"/>
          </ac:picMkLst>
        </pc:picChg>
        <pc:picChg chg="add del mod">
          <ac:chgData name="Tamim Hossain" userId="3c313c1370303e74" providerId="Windows Live" clId="Web-{9E45FBB3-DE6F-67FD-EDD5-CBD40BDF9132}" dt="2025-11-30T18:08:28.569" v="10"/>
          <ac:picMkLst>
            <pc:docMk/>
            <pc:sldMk cId="4121539568" sldId="266"/>
            <ac:picMk id="4" creationId="{99A4077F-76FB-2E28-BAD8-FBCE10B418A2}"/>
          </ac:picMkLst>
        </pc:picChg>
      </pc:sldChg>
    </pc:docChg>
  </pc:docChgLst>
  <pc:docChgLst>
    <pc:chgData name="Tamim Hossain" userId="3c313c1370303e74" providerId="Windows Live" clId="Web-{D9086068-4E70-3926-2B7C-1940DC42283D}"/>
    <pc:docChg chg="modSld">
      <pc:chgData name="Tamim Hossain" userId="3c313c1370303e74" providerId="Windows Live" clId="Web-{D9086068-4E70-3926-2B7C-1940DC42283D}" dt="2025-12-01T15:21:49.813" v="159" actId="14100"/>
      <pc:docMkLst>
        <pc:docMk/>
      </pc:docMkLst>
      <pc:sldChg chg="addSp modSp">
        <pc:chgData name="Tamim Hossain" userId="3c313c1370303e74" providerId="Windows Live" clId="Web-{D9086068-4E70-3926-2B7C-1940DC42283D}" dt="2025-12-01T14:44:27.649" v="149"/>
        <pc:sldMkLst>
          <pc:docMk/>
          <pc:sldMk cId="4121539568" sldId="266"/>
        </pc:sldMkLst>
        <pc:spChg chg="mod">
          <ac:chgData name="Tamim Hossain" userId="3c313c1370303e74" providerId="Windows Live" clId="Web-{D9086068-4E70-3926-2B7C-1940DC42283D}" dt="2025-12-01T14:44:27.649" v="149"/>
          <ac:spMkLst>
            <pc:docMk/>
            <pc:sldMk cId="4121539568" sldId="266"/>
            <ac:spMk id="3" creationId="{03127BD1-FFFB-D18D-FD0D-F516661A0A69}"/>
          </ac:spMkLst>
        </pc:spChg>
        <pc:spChg chg="mod">
          <ac:chgData name="Tamim Hossain" userId="3c313c1370303e74" providerId="Windows Live" clId="Web-{D9086068-4E70-3926-2B7C-1940DC42283D}" dt="2025-12-01T14:25:58.322" v="10" actId="14100"/>
          <ac:spMkLst>
            <pc:docMk/>
            <pc:sldMk cId="4121539568" sldId="266"/>
            <ac:spMk id="5" creationId="{8D7C8D83-AACB-2603-AB21-106C72D8A6AB}"/>
          </ac:spMkLst>
        </pc:spChg>
        <pc:spChg chg="mod">
          <ac:chgData name="Tamim Hossain" userId="3c313c1370303e74" providerId="Windows Live" clId="Web-{D9086068-4E70-3926-2B7C-1940DC42283D}" dt="2025-12-01T14:26:06.837" v="12" actId="14100"/>
          <ac:spMkLst>
            <pc:docMk/>
            <pc:sldMk cId="4121539568" sldId="266"/>
            <ac:spMk id="7" creationId="{8EC33747-1A6D-3105-CBCD-66874EB9B1A7}"/>
          </ac:spMkLst>
        </pc:spChg>
        <pc:picChg chg="add mod">
          <ac:chgData name="Tamim Hossain" userId="3c313c1370303e74" providerId="Windows Live" clId="Web-{D9086068-4E70-3926-2B7C-1940DC42283D}" dt="2025-12-01T14:44:02.539" v="145" actId="1076"/>
          <ac:picMkLst>
            <pc:docMk/>
            <pc:sldMk cId="4121539568" sldId="266"/>
            <ac:picMk id="2" creationId="{0A2D9DC0-AEF5-0322-F384-A02F7C061CAE}"/>
          </ac:picMkLst>
        </pc:picChg>
      </pc:sldChg>
      <pc:sldChg chg="addSp delSp modSp">
        <pc:chgData name="Tamim Hossain" userId="3c313c1370303e74" providerId="Windows Live" clId="Web-{D9086068-4E70-3926-2B7C-1940DC42283D}" dt="2025-12-01T15:21:49.813" v="159" actId="14100"/>
        <pc:sldMkLst>
          <pc:docMk/>
          <pc:sldMk cId="3932925939" sldId="270"/>
        </pc:sldMkLst>
        <pc:spChg chg="add del mod">
          <ac:chgData name="Tamim Hossain" userId="3c313c1370303e74" providerId="Windows Live" clId="Web-{D9086068-4E70-3926-2B7C-1940DC42283D}" dt="2025-12-01T14:38:20.793" v="72"/>
          <ac:spMkLst>
            <pc:docMk/>
            <pc:sldMk cId="3932925939" sldId="270"/>
            <ac:spMk id="3" creationId="{1A594EF3-FC77-BB65-EE22-31E67967C349}"/>
          </ac:spMkLst>
        </pc:spChg>
        <pc:spChg chg="mod">
          <ac:chgData name="Tamim Hossain" userId="3c313c1370303e74" providerId="Windows Live" clId="Web-{D9086068-4E70-3926-2B7C-1940DC42283D}" dt="2025-12-01T15:21:10.844" v="156" actId="14100"/>
          <ac:spMkLst>
            <pc:docMk/>
            <pc:sldMk cId="3932925939" sldId="270"/>
            <ac:spMk id="9" creationId="{03E5DE5D-9DF9-098A-142F-02E6C5A1DE23}"/>
          </ac:spMkLst>
        </pc:spChg>
        <pc:spChg chg="add del mod">
          <ac:chgData name="Tamim Hossain" userId="3c313c1370303e74" providerId="Windows Live" clId="Web-{D9086068-4E70-3926-2B7C-1940DC42283D}" dt="2025-12-01T14:40:28.861" v="118"/>
          <ac:spMkLst>
            <pc:docMk/>
            <pc:sldMk cId="3932925939" sldId="270"/>
            <ac:spMk id="31" creationId="{8453C01C-48B5-34CF-90EB-743F26BE379C}"/>
          </ac:spMkLst>
        </pc:spChg>
        <pc:picChg chg="add del mod">
          <ac:chgData name="Tamim Hossain" userId="3c313c1370303e74" providerId="Windows Live" clId="Web-{D9086068-4E70-3926-2B7C-1940DC42283D}" dt="2025-12-01T14:28:00.277" v="29"/>
          <ac:picMkLst>
            <pc:docMk/>
            <pc:sldMk cId="3932925939" sldId="270"/>
            <ac:picMk id="10" creationId="{7A444194-6648-7F41-5A3B-66C3E9933170}"/>
          </ac:picMkLst>
        </pc:picChg>
        <pc:picChg chg="add del mod">
          <ac:chgData name="Tamim Hossain" userId="3c313c1370303e74" providerId="Windows Live" clId="Web-{D9086068-4E70-3926-2B7C-1940DC42283D}" dt="2025-12-01T14:29:47.560" v="31"/>
          <ac:picMkLst>
            <pc:docMk/>
            <pc:sldMk cId="3932925939" sldId="270"/>
            <ac:picMk id="12" creationId="{41CA0D19-B9AB-5E91-778C-ADA534E01B5E}"/>
          </ac:picMkLst>
        </pc:picChg>
        <pc:picChg chg="add del mod">
          <ac:chgData name="Tamim Hossain" userId="3c313c1370303e74" providerId="Windows Live" clId="Web-{D9086068-4E70-3926-2B7C-1940DC42283D}" dt="2025-12-01T14:30:55.655" v="56"/>
          <ac:picMkLst>
            <pc:docMk/>
            <pc:sldMk cId="3932925939" sldId="270"/>
            <ac:picMk id="21" creationId="{65E85736-F843-0055-3E03-10E6B9B9DD84}"/>
          </ac:picMkLst>
        </pc:picChg>
        <pc:picChg chg="add mod">
          <ac:chgData name="Tamim Hossain" userId="3c313c1370303e74" providerId="Windows Live" clId="Web-{D9086068-4E70-3926-2B7C-1940DC42283D}" dt="2025-12-01T14:43:26.054" v="143" actId="1076"/>
          <ac:picMkLst>
            <pc:docMk/>
            <pc:sldMk cId="3932925939" sldId="270"/>
            <ac:picMk id="24" creationId="{780EC23F-C2A1-4478-EEED-B4139A0F870A}"/>
          </ac:picMkLst>
        </pc:picChg>
        <pc:cxnChg chg="add del">
          <ac:chgData name="Tamim Hossain" userId="3c313c1370303e74" providerId="Windows Live" clId="Web-{D9086068-4E70-3926-2B7C-1940DC42283D}" dt="2025-12-01T14:37:51.260" v="69"/>
          <ac:cxnSpMkLst>
            <pc:docMk/>
            <pc:sldMk cId="3932925939" sldId="270"/>
            <ac:cxnSpMk id="22" creationId="{55079C37-A1BE-5EF2-1775-C8609B45CD18}"/>
          </ac:cxnSpMkLst>
        </pc:cxnChg>
        <pc:cxnChg chg="add del mod">
          <ac:chgData name="Tamim Hossain" userId="3c313c1370303e74" providerId="Windows Live" clId="Web-{D9086068-4E70-3926-2B7C-1940DC42283D}" dt="2025-12-01T15:21:49.813" v="159" actId="14100"/>
          <ac:cxnSpMkLst>
            <pc:docMk/>
            <pc:sldMk cId="3932925939" sldId="270"/>
            <ac:cxnSpMk id="23" creationId="{11FA828B-BCAC-C0BA-F11B-863C29B2A99C}"/>
          </ac:cxnSpMkLst>
        </pc:cxnChg>
      </pc:sldChg>
    </pc:docChg>
  </pc:docChgLst>
  <pc:docChgLst>
    <pc:chgData name="Ruhul Amin Sharif" userId="dff23b7321b8062c" providerId="Windows Live" clId="Web-{C9F15A1F-D13A-D94B-3CA3-A74E4927A92B}"/>
    <pc:docChg chg="addSld delSld modSld sldOrd">
      <pc:chgData name="Ruhul Amin Sharif" userId="dff23b7321b8062c" providerId="Windows Live" clId="Web-{C9F15A1F-D13A-D94B-3CA3-A74E4927A92B}" dt="2025-12-01T11:11:40.866" v="422" actId="14100"/>
      <pc:docMkLst>
        <pc:docMk/>
      </pc:docMkLst>
      <pc:sldChg chg="del">
        <pc:chgData name="Ruhul Amin Sharif" userId="dff23b7321b8062c" providerId="Windows Live" clId="Web-{C9F15A1F-D13A-D94B-3CA3-A74E4927A92B}" dt="2025-12-01T10:53:31.384" v="227"/>
        <pc:sldMkLst>
          <pc:docMk/>
          <pc:sldMk cId="1153024550" sldId="258"/>
        </pc:sldMkLst>
      </pc:sldChg>
      <pc:sldChg chg="ord">
        <pc:chgData name="Ruhul Amin Sharif" userId="dff23b7321b8062c" providerId="Windows Live" clId="Web-{C9F15A1F-D13A-D94B-3CA3-A74E4927A92B}" dt="2025-12-01T10:16:43.781" v="1"/>
        <pc:sldMkLst>
          <pc:docMk/>
          <pc:sldMk cId="3646855482" sldId="259"/>
        </pc:sldMkLst>
      </pc:sldChg>
      <pc:sldChg chg="del">
        <pc:chgData name="Ruhul Amin Sharif" userId="dff23b7321b8062c" providerId="Windows Live" clId="Web-{C9F15A1F-D13A-D94B-3CA3-A74E4927A92B}" dt="2025-12-01T10:53:41.712" v="228"/>
        <pc:sldMkLst>
          <pc:docMk/>
          <pc:sldMk cId="902982040" sldId="264"/>
        </pc:sldMkLst>
      </pc:sldChg>
      <pc:sldChg chg="del">
        <pc:chgData name="Ruhul Amin Sharif" userId="dff23b7321b8062c" providerId="Windows Live" clId="Web-{C9F15A1F-D13A-D94B-3CA3-A74E4927A92B}" dt="2025-12-01T10:53:46.337" v="229"/>
        <pc:sldMkLst>
          <pc:docMk/>
          <pc:sldMk cId="46809205" sldId="265"/>
        </pc:sldMkLst>
      </pc:sldChg>
      <pc:sldChg chg="del">
        <pc:chgData name="Ruhul Amin Sharif" userId="dff23b7321b8062c" providerId="Windows Live" clId="Web-{C9F15A1F-D13A-D94B-3CA3-A74E4927A92B}" dt="2025-12-01T10:53:27.712" v="226"/>
        <pc:sldMkLst>
          <pc:docMk/>
          <pc:sldMk cId="492215264" sldId="267"/>
        </pc:sldMkLst>
      </pc:sldChg>
      <pc:sldChg chg="delSp modSp">
        <pc:chgData name="Ruhul Amin Sharif" userId="dff23b7321b8062c" providerId="Windows Live" clId="Web-{C9F15A1F-D13A-D94B-3CA3-A74E4927A92B}" dt="2025-12-01T10:43:39.376" v="101"/>
        <pc:sldMkLst>
          <pc:docMk/>
          <pc:sldMk cId="2129769958" sldId="279"/>
        </pc:sldMkLst>
        <pc:spChg chg="del">
          <ac:chgData name="Ruhul Amin Sharif" userId="dff23b7321b8062c" providerId="Windows Live" clId="Web-{C9F15A1F-D13A-D94B-3CA3-A74E4927A92B}" dt="2025-12-01T10:43:39.376" v="101"/>
          <ac:spMkLst>
            <pc:docMk/>
            <pc:sldMk cId="2129769958" sldId="279"/>
            <ac:spMk id="49" creationId="{A4A4CFEB-6C32-098C-93B7-6BC3A085DBC0}"/>
          </ac:spMkLst>
        </pc:spChg>
        <pc:grpChg chg="mod">
          <ac:chgData name="Ruhul Amin Sharif" userId="dff23b7321b8062c" providerId="Windows Live" clId="Web-{C9F15A1F-D13A-D94B-3CA3-A74E4927A92B}" dt="2025-12-01T10:43:34.954" v="100" actId="1076"/>
          <ac:grpSpMkLst>
            <pc:docMk/>
            <pc:sldMk cId="2129769958" sldId="279"/>
            <ac:grpSpMk id="17" creationId="{7FAD5C1D-70EA-CF25-DDB3-BEA7C8849277}"/>
          </ac:grpSpMkLst>
        </pc:grpChg>
      </pc:sldChg>
      <pc:sldChg chg="modSp add del replId">
        <pc:chgData name="Ruhul Amin Sharif" userId="dff23b7321b8062c" providerId="Windows Live" clId="Web-{C9F15A1F-D13A-D94B-3CA3-A74E4927A92B}" dt="2025-12-01T10:20:39.956" v="5"/>
        <pc:sldMkLst>
          <pc:docMk/>
          <pc:sldMk cId="3407517069" sldId="280"/>
        </pc:sldMkLst>
        <pc:spChg chg="mod">
          <ac:chgData name="Ruhul Amin Sharif" userId="dff23b7321b8062c" providerId="Windows Live" clId="Web-{C9F15A1F-D13A-D94B-3CA3-A74E4927A92B}" dt="2025-12-01T10:16:56.078" v="4" actId="14100"/>
          <ac:spMkLst>
            <pc:docMk/>
            <pc:sldMk cId="3407517069" sldId="280"/>
            <ac:spMk id="23" creationId="{06976973-CC2B-59F2-B7DA-7A8927397DEF}"/>
          </ac:spMkLst>
        </pc:spChg>
      </pc:sldChg>
      <pc:sldChg chg="addSp delSp modSp add replId">
        <pc:chgData name="Ruhul Amin Sharif" userId="dff23b7321b8062c" providerId="Windows Live" clId="Web-{C9F15A1F-D13A-D94B-3CA3-A74E4927A92B}" dt="2025-12-01T11:11:40.866" v="422" actId="14100"/>
        <pc:sldMkLst>
          <pc:docMk/>
          <pc:sldMk cId="3995776900" sldId="280"/>
        </pc:sldMkLst>
        <pc:spChg chg="del mod">
          <ac:chgData name="Ruhul Amin Sharif" userId="dff23b7321b8062c" providerId="Windows Live" clId="Web-{C9F15A1F-D13A-D94B-3CA3-A74E4927A92B}" dt="2025-12-01T10:52:52.681" v="225"/>
          <ac:spMkLst>
            <pc:docMk/>
            <pc:sldMk cId="3995776900" sldId="280"/>
            <ac:spMk id="4" creationId="{9B99BA3B-A9DB-1BA4-ABCE-5FBB8D20A216}"/>
          </ac:spMkLst>
        </pc:spChg>
        <pc:spChg chg="del">
          <ac:chgData name="Ruhul Amin Sharif" userId="dff23b7321b8062c" providerId="Windows Live" clId="Web-{C9F15A1F-D13A-D94B-3CA3-A74E4927A92B}" dt="2025-12-01T10:49:24.663" v="200"/>
          <ac:spMkLst>
            <pc:docMk/>
            <pc:sldMk cId="3995776900" sldId="280"/>
            <ac:spMk id="5" creationId="{2BB28E52-433D-83BE-95BC-9F071F1CDADA}"/>
          </ac:spMkLst>
        </pc:spChg>
        <pc:spChg chg="mod">
          <ac:chgData name="Ruhul Amin Sharif" userId="dff23b7321b8062c" providerId="Windows Live" clId="Web-{C9F15A1F-D13A-D94B-3CA3-A74E4927A92B}" dt="2025-12-01T11:11:27.007" v="420" actId="1076"/>
          <ac:spMkLst>
            <pc:docMk/>
            <pc:sldMk cId="3995776900" sldId="280"/>
            <ac:spMk id="7" creationId="{B4D807E0-9200-2CFF-3828-2A36D8EA6A1E}"/>
          </ac:spMkLst>
        </pc:spChg>
        <pc:spChg chg="del mod">
          <ac:chgData name="Ruhul Amin Sharif" userId="dff23b7321b8062c" providerId="Windows Live" clId="Web-{C9F15A1F-D13A-D94B-3CA3-A74E4927A92B}" dt="2025-12-01T11:02:02.887" v="303"/>
          <ac:spMkLst>
            <pc:docMk/>
            <pc:sldMk cId="3995776900" sldId="280"/>
            <ac:spMk id="8" creationId="{5A0CFAED-DA4C-6545-80B4-5984C1A642A4}"/>
          </ac:spMkLst>
        </pc:spChg>
        <pc:spChg chg="del mod">
          <ac:chgData name="Ruhul Amin Sharif" userId="dff23b7321b8062c" providerId="Windows Live" clId="Web-{C9F15A1F-D13A-D94B-3CA3-A74E4927A92B}" dt="2025-12-01T11:02:02.825" v="302"/>
          <ac:spMkLst>
            <pc:docMk/>
            <pc:sldMk cId="3995776900" sldId="280"/>
            <ac:spMk id="12" creationId="{C186733F-EB83-DE4E-6A4E-150206F9E059}"/>
          </ac:spMkLst>
        </pc:spChg>
        <pc:spChg chg="mod">
          <ac:chgData name="Ruhul Amin Sharif" userId="dff23b7321b8062c" providerId="Windows Live" clId="Web-{C9F15A1F-D13A-D94B-3CA3-A74E4927A92B}" dt="2025-12-01T11:02:46.904" v="326" actId="1076"/>
          <ac:spMkLst>
            <pc:docMk/>
            <pc:sldMk cId="3995776900" sldId="280"/>
            <ac:spMk id="16" creationId="{E5BFCD4B-EF68-EB78-1EBF-87A1EB903C81}"/>
          </ac:spMkLst>
        </pc:spChg>
        <pc:spChg chg="mod">
          <ac:chgData name="Ruhul Amin Sharif" userId="dff23b7321b8062c" providerId="Windows Live" clId="Web-{C9F15A1F-D13A-D94B-3CA3-A74E4927A92B}" dt="2025-12-01T11:02:46.920" v="327" actId="1076"/>
          <ac:spMkLst>
            <pc:docMk/>
            <pc:sldMk cId="3995776900" sldId="280"/>
            <ac:spMk id="17" creationId="{C3A84ECE-3FB4-76B7-8B1C-2D19B1066701}"/>
          </ac:spMkLst>
        </pc:spChg>
        <pc:spChg chg="mod">
          <ac:chgData name="Ruhul Amin Sharif" userId="dff23b7321b8062c" providerId="Windows Live" clId="Web-{C9F15A1F-D13A-D94B-3CA3-A74E4927A92B}" dt="2025-12-01T10:41:48.560" v="82" actId="14100"/>
          <ac:spMkLst>
            <pc:docMk/>
            <pc:sldMk cId="3995776900" sldId="280"/>
            <ac:spMk id="22" creationId="{0F8F55D0-A036-2F03-A084-7843CD9D475A}"/>
          </ac:spMkLst>
        </pc:spChg>
        <pc:spChg chg="mod">
          <ac:chgData name="Ruhul Amin Sharif" userId="dff23b7321b8062c" providerId="Windows Live" clId="Web-{C9F15A1F-D13A-D94B-3CA3-A74E4927A92B}" dt="2025-12-01T10:41:20.965" v="49" actId="14100"/>
          <ac:spMkLst>
            <pc:docMk/>
            <pc:sldMk cId="3995776900" sldId="280"/>
            <ac:spMk id="23" creationId="{1E0B688D-9B66-206F-5CA2-4B3CE1242DAB}"/>
          </ac:spMkLst>
        </pc:spChg>
        <pc:spChg chg="mod">
          <ac:chgData name="Ruhul Amin Sharif" userId="dff23b7321b8062c" providerId="Windows Live" clId="Web-{C9F15A1F-D13A-D94B-3CA3-A74E4927A92B}" dt="2025-12-01T10:52:50.618" v="224" actId="20577"/>
          <ac:spMkLst>
            <pc:docMk/>
            <pc:sldMk cId="3995776900" sldId="280"/>
            <ac:spMk id="28" creationId="{DD5DD592-90CE-D0F2-E182-ADEA1FC624B6}"/>
          </ac:spMkLst>
        </pc:spChg>
        <pc:spChg chg="mod">
          <ac:chgData name="Ruhul Amin Sharif" userId="dff23b7321b8062c" providerId="Windows Live" clId="Web-{C9F15A1F-D13A-D94B-3CA3-A74E4927A92B}" dt="2025-12-01T11:01:21.323" v="281" actId="1076"/>
          <ac:spMkLst>
            <pc:docMk/>
            <pc:sldMk cId="3995776900" sldId="280"/>
            <ac:spMk id="29" creationId="{EA9992E2-7EB7-09C1-5665-C9A35ACBCA0C}"/>
          </ac:spMkLst>
        </pc:spChg>
        <pc:spChg chg="mod">
          <ac:chgData name="Ruhul Amin Sharif" userId="dff23b7321b8062c" providerId="Windows Live" clId="Web-{C9F15A1F-D13A-D94B-3CA3-A74E4927A92B}" dt="2025-12-01T11:11:17.085" v="410" actId="14100"/>
          <ac:spMkLst>
            <pc:docMk/>
            <pc:sldMk cId="3995776900" sldId="280"/>
            <ac:spMk id="32" creationId="{F531A93B-586D-66BE-616C-F9287109C653}"/>
          </ac:spMkLst>
        </pc:spChg>
        <pc:spChg chg="mod">
          <ac:chgData name="Ruhul Amin Sharif" userId="dff23b7321b8062c" providerId="Windows Live" clId="Web-{C9F15A1F-D13A-D94B-3CA3-A74E4927A92B}" dt="2025-12-01T10:43:23.125" v="98" actId="20577"/>
          <ac:spMkLst>
            <pc:docMk/>
            <pc:sldMk cId="3995776900" sldId="280"/>
            <ac:spMk id="35" creationId="{9829B7E3-69F3-4B05-29DC-EF616F9534B0}"/>
          </ac:spMkLst>
        </pc:spChg>
        <pc:spChg chg="add del mod">
          <ac:chgData name="Ruhul Amin Sharif" userId="dff23b7321b8062c" providerId="Windows Live" clId="Web-{C9F15A1F-D13A-D94B-3CA3-A74E4927A92B}" dt="2025-12-01T11:01:33.199" v="298"/>
          <ac:spMkLst>
            <pc:docMk/>
            <pc:sldMk cId="3995776900" sldId="280"/>
            <ac:spMk id="37" creationId="{DA978ED1-ECF7-A295-1C95-5A7929DBAAB0}"/>
          </ac:spMkLst>
        </pc:spChg>
        <pc:spChg chg="add del mod">
          <ac:chgData name="Ruhul Amin Sharif" userId="dff23b7321b8062c" providerId="Windows Live" clId="Web-{C9F15A1F-D13A-D94B-3CA3-A74E4927A92B}" dt="2025-12-01T11:02:19.591" v="306"/>
          <ac:spMkLst>
            <pc:docMk/>
            <pc:sldMk cId="3995776900" sldId="280"/>
            <ac:spMk id="39" creationId="{7BFE2445-5A30-E8F8-24E3-777B6CE29BD6}"/>
          </ac:spMkLst>
        </pc:spChg>
        <pc:spChg chg="add del mod">
          <ac:chgData name="Ruhul Amin Sharif" userId="dff23b7321b8062c" providerId="Windows Live" clId="Web-{C9F15A1F-D13A-D94B-3CA3-A74E4927A92B}" dt="2025-12-01T11:02:39.951" v="322"/>
          <ac:spMkLst>
            <pc:docMk/>
            <pc:sldMk cId="3995776900" sldId="280"/>
            <ac:spMk id="41" creationId="{A03FC932-E994-A32C-6522-123CF12F3F5F}"/>
          </ac:spMkLst>
        </pc:spChg>
        <pc:spChg chg="add del">
          <ac:chgData name="Ruhul Amin Sharif" userId="dff23b7321b8062c" providerId="Windows Live" clId="Web-{C9F15A1F-D13A-D94B-3CA3-A74E4927A92B}" dt="2025-12-01T11:02:39.951" v="321"/>
          <ac:spMkLst>
            <pc:docMk/>
            <pc:sldMk cId="3995776900" sldId="280"/>
            <ac:spMk id="43" creationId="{21B98A4D-67FD-1D05-0324-0E990B533C95}"/>
          </ac:spMkLst>
        </pc:spChg>
        <pc:spChg chg="add mod">
          <ac:chgData name="Ruhul Amin Sharif" userId="dff23b7321b8062c" providerId="Windows Live" clId="Web-{C9F15A1F-D13A-D94B-3CA3-A74E4927A92B}" dt="2025-12-01T11:02:48.529" v="330"/>
          <ac:spMkLst>
            <pc:docMk/>
            <pc:sldMk cId="3995776900" sldId="280"/>
            <ac:spMk id="45" creationId="{87FDC913-5303-1069-5F5B-D69FFBD481E0}"/>
          </ac:spMkLst>
        </pc:spChg>
        <pc:spChg chg="add">
          <ac:chgData name="Ruhul Amin Sharif" userId="dff23b7321b8062c" providerId="Windows Live" clId="Web-{C9F15A1F-D13A-D94B-3CA3-A74E4927A92B}" dt="2025-12-01T11:02:48.529" v="331"/>
          <ac:spMkLst>
            <pc:docMk/>
            <pc:sldMk cId="3995776900" sldId="280"/>
            <ac:spMk id="47" creationId="{48C18CDA-EBCF-856D-B819-78579C11E3CE}"/>
          </ac:spMkLst>
        </pc:spChg>
        <pc:grpChg chg="del">
          <ac:chgData name="Ruhul Amin Sharif" userId="dff23b7321b8062c" providerId="Windows Live" clId="Web-{C9F15A1F-D13A-D94B-3CA3-A74E4927A92B}" dt="2025-12-01T10:40:43.072" v="30"/>
          <ac:grpSpMkLst>
            <pc:docMk/>
            <pc:sldMk cId="3995776900" sldId="280"/>
            <ac:grpSpMk id="11" creationId="{0F2A4EC1-B0E8-4C3B-DD42-98CB23AAABC6}"/>
          </ac:grpSpMkLst>
        </pc:grpChg>
        <pc:grpChg chg="add del mod">
          <ac:chgData name="Ruhul Amin Sharif" userId="dff23b7321b8062c" providerId="Windows Live" clId="Web-{C9F15A1F-D13A-D94B-3CA3-A74E4927A92B}" dt="2025-12-01T10:44:17.439" v="107"/>
          <ac:grpSpMkLst>
            <pc:docMk/>
            <pc:sldMk cId="3995776900" sldId="280"/>
            <ac:grpSpMk id="19" creationId="{DA8B3198-1A38-0044-4F4B-BE02F331FD8B}"/>
          </ac:grpSpMkLst>
        </pc:grpChg>
        <pc:grpChg chg="mod">
          <ac:chgData name="Ruhul Amin Sharif" userId="dff23b7321b8062c" providerId="Windows Live" clId="Web-{C9F15A1F-D13A-D94B-3CA3-A74E4927A92B}" dt="2025-12-01T11:11:27.007" v="419" actId="1076"/>
          <ac:grpSpMkLst>
            <pc:docMk/>
            <pc:sldMk cId="3995776900" sldId="280"/>
            <ac:grpSpMk id="24" creationId="{13C2EE99-33B2-0E36-D5AC-34C9BAEE01D2}"/>
          </ac:grpSpMkLst>
        </pc:grpChg>
        <pc:grpChg chg="add del mod">
          <ac:chgData name="Ruhul Amin Sharif" userId="dff23b7321b8062c" providerId="Windows Live" clId="Web-{C9F15A1F-D13A-D94B-3CA3-A74E4927A92B}" dt="2025-12-01T10:44:14.580" v="106"/>
          <ac:grpSpMkLst>
            <pc:docMk/>
            <pc:sldMk cId="3995776900" sldId="280"/>
            <ac:grpSpMk id="26" creationId="{E66A927A-BA88-40D1-1534-242F9848A827}"/>
          </ac:grpSpMkLst>
        </pc:grpChg>
        <pc:grpChg chg="add mod">
          <ac:chgData name="Ruhul Amin Sharif" userId="dff23b7321b8062c" providerId="Windows Live" clId="Web-{C9F15A1F-D13A-D94B-3CA3-A74E4927A92B}" dt="2025-12-01T11:11:27.007" v="417" actId="1076"/>
          <ac:grpSpMkLst>
            <pc:docMk/>
            <pc:sldMk cId="3995776900" sldId="280"/>
            <ac:grpSpMk id="27" creationId="{63969D30-E8E6-3702-C637-1921FB628FA9}"/>
          </ac:grpSpMkLst>
        </pc:grpChg>
        <pc:grpChg chg="add mod">
          <ac:chgData name="Ruhul Amin Sharif" userId="dff23b7321b8062c" providerId="Windows Live" clId="Web-{C9F15A1F-D13A-D94B-3CA3-A74E4927A92B}" dt="2025-12-01T11:11:27.007" v="416" actId="1076"/>
          <ac:grpSpMkLst>
            <pc:docMk/>
            <pc:sldMk cId="3995776900" sldId="280"/>
            <ac:grpSpMk id="30" creationId="{23FEED3F-6AEB-9914-95F2-676C04828838}"/>
          </ac:grpSpMkLst>
        </pc:grpChg>
        <pc:grpChg chg="mod">
          <ac:chgData name="Ruhul Amin Sharif" userId="dff23b7321b8062c" providerId="Windows Live" clId="Web-{C9F15A1F-D13A-D94B-3CA3-A74E4927A92B}" dt="2025-12-01T11:11:27.007" v="418" actId="1076"/>
          <ac:grpSpMkLst>
            <pc:docMk/>
            <pc:sldMk cId="3995776900" sldId="280"/>
            <ac:grpSpMk id="36" creationId="{741DAA1D-6300-7D9B-42A4-E3F26A2107D0}"/>
          </ac:grpSpMkLst>
        </pc:grpChg>
        <pc:picChg chg="del">
          <ac:chgData name="Ruhul Amin Sharif" userId="dff23b7321b8062c" providerId="Windows Live" clId="Web-{C9F15A1F-D13A-D94B-3CA3-A74E4927A92B}" dt="2025-12-01T10:40:35.244" v="29"/>
          <ac:picMkLst>
            <pc:docMk/>
            <pc:sldMk cId="3995776900" sldId="280"/>
            <ac:picMk id="2" creationId="{B91CF127-7388-B65F-8F08-61D53E602AE1}"/>
          </ac:picMkLst>
        </pc:picChg>
        <pc:picChg chg="add del mod">
          <ac:chgData name="Ruhul Amin Sharif" userId="dff23b7321b8062c" providerId="Windows Live" clId="Web-{C9F15A1F-D13A-D94B-3CA3-A74E4927A92B}" dt="2025-12-01T11:01:48.621" v="301"/>
          <ac:picMkLst>
            <pc:docMk/>
            <pc:sldMk cId="3995776900" sldId="280"/>
            <ac:picMk id="33" creationId="{D4A2A4BE-25D8-A6D2-B3BD-60B0981FCC19}"/>
          </ac:picMkLst>
        </pc:picChg>
        <pc:picChg chg="add del mod">
          <ac:chgData name="Ruhul Amin Sharif" userId="dff23b7321b8062c" providerId="Windows Live" clId="Web-{C9F15A1F-D13A-D94B-3CA3-A74E4927A92B}" dt="2025-12-01T11:10:53.163" v="374"/>
          <ac:picMkLst>
            <pc:docMk/>
            <pc:sldMk cId="3995776900" sldId="280"/>
            <ac:picMk id="48" creationId="{EB35371A-2CA3-183F-2D04-8B5AF8FFA63F}"/>
          </ac:picMkLst>
        </pc:picChg>
        <pc:picChg chg="add mod">
          <ac:chgData name="Ruhul Amin Sharif" userId="dff23b7321b8062c" providerId="Windows Live" clId="Web-{C9F15A1F-D13A-D94B-3CA3-A74E4927A92B}" dt="2025-12-01T11:11:40.866" v="422" actId="14100"/>
          <ac:picMkLst>
            <pc:docMk/>
            <pc:sldMk cId="3995776900" sldId="280"/>
            <ac:picMk id="49" creationId="{6D6747E2-EEC1-ECE3-08DD-F6DDF08B6370}"/>
          </ac:picMkLst>
        </pc:picChg>
      </pc:sldChg>
      <pc:sldChg chg="addSp delSp modSp add replId">
        <pc:chgData name="Ruhul Amin Sharif" userId="dff23b7321b8062c" providerId="Windows Live" clId="Web-{C9F15A1F-D13A-D94B-3CA3-A74E4927A92B}" dt="2025-12-01T10:26:09.639" v="28" actId="1076"/>
        <pc:sldMkLst>
          <pc:docMk/>
          <pc:sldMk cId="416178108" sldId="281"/>
        </pc:sldMkLst>
        <pc:spChg chg="del">
          <ac:chgData name="Ruhul Amin Sharif" userId="dff23b7321b8062c" providerId="Windows Live" clId="Web-{C9F15A1F-D13A-D94B-3CA3-A74E4927A92B}" dt="2025-12-01T10:25:07.340" v="16"/>
          <ac:spMkLst>
            <pc:docMk/>
            <pc:sldMk cId="416178108" sldId="281"/>
            <ac:spMk id="4" creationId="{6139B6F3-28D2-1F9F-06E6-6A060BFDE59B}"/>
          </ac:spMkLst>
        </pc:spChg>
        <pc:spChg chg="del">
          <ac:chgData name="Ruhul Amin Sharif" userId="dff23b7321b8062c" providerId="Windows Live" clId="Web-{C9F15A1F-D13A-D94B-3CA3-A74E4927A92B}" dt="2025-12-01T10:25:07.340" v="15"/>
          <ac:spMkLst>
            <pc:docMk/>
            <pc:sldMk cId="416178108" sldId="281"/>
            <ac:spMk id="5" creationId="{0F1A3BA4-822A-1325-48F3-DE9AA4962223}"/>
          </ac:spMkLst>
        </pc:spChg>
        <pc:spChg chg="del">
          <ac:chgData name="Ruhul Amin Sharif" userId="dff23b7321b8062c" providerId="Windows Live" clId="Web-{C9F15A1F-D13A-D94B-3CA3-A74E4927A92B}" dt="2025-12-01T10:25:07.372" v="19"/>
          <ac:spMkLst>
            <pc:docMk/>
            <pc:sldMk cId="416178108" sldId="281"/>
            <ac:spMk id="7" creationId="{0CA2128E-5A5C-BE85-E017-6656BCD2D808}"/>
          </ac:spMkLst>
        </pc:spChg>
        <pc:spChg chg="del">
          <ac:chgData name="Ruhul Amin Sharif" userId="dff23b7321b8062c" providerId="Windows Live" clId="Web-{C9F15A1F-D13A-D94B-3CA3-A74E4927A92B}" dt="2025-12-01T10:25:22.341" v="23"/>
          <ac:spMkLst>
            <pc:docMk/>
            <pc:sldMk cId="416178108" sldId="281"/>
            <ac:spMk id="8" creationId="{C1E3B901-D2F0-43F3-173B-07244B928F47}"/>
          </ac:spMkLst>
        </pc:spChg>
        <pc:spChg chg="add del mod">
          <ac:chgData name="Ruhul Amin Sharif" userId="dff23b7321b8062c" providerId="Windows Live" clId="Web-{C9F15A1F-D13A-D94B-3CA3-A74E4927A92B}" dt="2025-12-01T10:25:26.841" v="24"/>
          <ac:spMkLst>
            <pc:docMk/>
            <pc:sldMk cId="416178108" sldId="281"/>
            <ac:spMk id="10" creationId="{03CDAFB4-FF16-479D-CEAC-D143C52FF5C2}"/>
          </ac:spMkLst>
        </pc:spChg>
        <pc:spChg chg="del">
          <ac:chgData name="Ruhul Amin Sharif" userId="dff23b7321b8062c" providerId="Windows Live" clId="Web-{C9F15A1F-D13A-D94B-3CA3-A74E4927A92B}" dt="2025-12-01T10:25:20.028" v="22"/>
          <ac:spMkLst>
            <pc:docMk/>
            <pc:sldMk cId="416178108" sldId="281"/>
            <ac:spMk id="12" creationId="{F55E432D-1F4A-16A8-B96A-6D5851D67BC2}"/>
          </ac:spMkLst>
        </pc:spChg>
        <pc:spChg chg="del">
          <ac:chgData name="Ruhul Amin Sharif" userId="dff23b7321b8062c" providerId="Windows Live" clId="Web-{C9F15A1F-D13A-D94B-3CA3-A74E4927A92B}" dt="2025-12-01T10:25:07.340" v="12"/>
          <ac:spMkLst>
            <pc:docMk/>
            <pc:sldMk cId="416178108" sldId="281"/>
            <ac:spMk id="16" creationId="{D3B9D853-E854-0A40-9E60-9575EF04E1CC}"/>
          </ac:spMkLst>
        </pc:spChg>
        <pc:spChg chg="del">
          <ac:chgData name="Ruhul Amin Sharif" userId="dff23b7321b8062c" providerId="Windows Live" clId="Web-{C9F15A1F-D13A-D94B-3CA3-A74E4927A92B}" dt="2025-12-01T10:25:07.340" v="11"/>
          <ac:spMkLst>
            <pc:docMk/>
            <pc:sldMk cId="416178108" sldId="281"/>
            <ac:spMk id="17" creationId="{2067690F-6FA3-03C2-FFC7-0E1C599E8251}"/>
          </ac:spMkLst>
        </pc:spChg>
        <pc:spChg chg="add del mod">
          <ac:chgData name="Ruhul Amin Sharif" userId="dff23b7321b8062c" providerId="Windows Live" clId="Web-{C9F15A1F-D13A-D94B-3CA3-A74E4927A92B}" dt="2025-12-01T10:25:29.513" v="25"/>
          <ac:spMkLst>
            <pc:docMk/>
            <pc:sldMk cId="416178108" sldId="281"/>
            <ac:spMk id="20" creationId="{5B0BB07E-7376-BEE6-9EE8-E98E10D1B9E2}"/>
          </ac:spMkLst>
        </pc:spChg>
        <pc:grpChg chg="del">
          <ac:chgData name="Ruhul Amin Sharif" userId="dff23b7321b8062c" providerId="Windows Live" clId="Web-{C9F15A1F-D13A-D94B-3CA3-A74E4927A92B}" dt="2025-12-01T10:25:07.340" v="13"/>
          <ac:grpSpMkLst>
            <pc:docMk/>
            <pc:sldMk cId="416178108" sldId="281"/>
            <ac:grpSpMk id="11" creationId="{406CBD4D-5BED-E329-11CA-EB494699587A}"/>
          </ac:grpSpMkLst>
        </pc:grpChg>
        <pc:grpChg chg="del">
          <ac:chgData name="Ruhul Amin Sharif" userId="dff23b7321b8062c" providerId="Windows Live" clId="Web-{C9F15A1F-D13A-D94B-3CA3-A74E4927A92B}" dt="2025-12-01T10:25:07.340" v="18"/>
          <ac:grpSpMkLst>
            <pc:docMk/>
            <pc:sldMk cId="416178108" sldId="281"/>
            <ac:grpSpMk id="24" creationId="{FDF57D48-94D3-815C-8992-200E814AB5F2}"/>
          </ac:grpSpMkLst>
        </pc:grpChg>
        <pc:grpChg chg="del">
          <ac:chgData name="Ruhul Amin Sharif" userId="dff23b7321b8062c" providerId="Windows Live" clId="Web-{C9F15A1F-D13A-D94B-3CA3-A74E4927A92B}" dt="2025-12-01T10:25:07.340" v="17"/>
          <ac:grpSpMkLst>
            <pc:docMk/>
            <pc:sldMk cId="416178108" sldId="281"/>
            <ac:grpSpMk id="36" creationId="{3B178F8E-DFA8-4D59-6DA1-E67AF414083E}"/>
          </ac:grpSpMkLst>
        </pc:grpChg>
        <pc:picChg chg="del">
          <ac:chgData name="Ruhul Amin Sharif" userId="dff23b7321b8062c" providerId="Windows Live" clId="Web-{C9F15A1F-D13A-D94B-3CA3-A74E4927A92B}" dt="2025-12-01T10:25:07.340" v="14"/>
          <ac:picMkLst>
            <pc:docMk/>
            <pc:sldMk cId="416178108" sldId="281"/>
            <ac:picMk id="2" creationId="{ECE7E1D3-F987-D71B-9F28-AE569CE6E7AA}"/>
          </ac:picMkLst>
        </pc:picChg>
        <pc:picChg chg="add mod">
          <ac:chgData name="Ruhul Amin Sharif" userId="dff23b7321b8062c" providerId="Windows Live" clId="Web-{C9F15A1F-D13A-D94B-3CA3-A74E4927A92B}" dt="2025-12-01T10:26:09.639" v="28" actId="1076"/>
          <ac:picMkLst>
            <pc:docMk/>
            <pc:sldMk cId="416178108" sldId="281"/>
            <ac:picMk id="18" creationId="{2243A85A-C38C-EC86-B8AF-040789884DD9}"/>
          </ac:picMkLst>
        </pc:picChg>
      </pc:sldChg>
    </pc:docChg>
  </pc:docChgLst>
  <pc:docChgLst>
    <pc:chgData name="Ruhul Amin Sharif" userId="dff23b7321b8062c" providerId="Windows Live" clId="Web-{DF440D0C-31B3-3DBD-FB88-802775FEAA6B}"/>
    <pc:docChg chg="mod addSld delSld modSld sldOrd">
      <pc:chgData name="Ruhul Amin Sharif" userId="dff23b7321b8062c" providerId="Windows Live" clId="Web-{DF440D0C-31B3-3DBD-FB88-802775FEAA6B}" dt="2025-12-01T10:03:41.865" v="2197" actId="1076"/>
      <pc:docMkLst>
        <pc:docMk/>
      </pc:docMkLst>
      <pc:sldChg chg="addSp delSp modSp">
        <pc:chgData name="Ruhul Amin Sharif" userId="dff23b7321b8062c" providerId="Windows Live" clId="Web-{DF440D0C-31B3-3DBD-FB88-802775FEAA6B}" dt="2025-12-01T09:56:41.629" v="2193" actId="20577"/>
        <pc:sldMkLst>
          <pc:docMk/>
          <pc:sldMk cId="3646855482" sldId="259"/>
        </pc:sldMkLst>
        <pc:spChg chg="add del">
          <ac:chgData name="Ruhul Amin Sharif" userId="dff23b7321b8062c" providerId="Windows Live" clId="Web-{DF440D0C-31B3-3DBD-FB88-802775FEAA6B}" dt="2025-12-01T09:54:00.378" v="2172"/>
          <ac:spMkLst>
            <pc:docMk/>
            <pc:sldMk cId="3646855482" sldId="259"/>
            <ac:spMk id="4" creationId="{DE8C605E-BA0A-CAFC-9491-43F2E9BD72D9}"/>
          </ac:spMkLst>
        </pc:spChg>
        <pc:spChg chg="add del">
          <ac:chgData name="Ruhul Amin Sharif" userId="dff23b7321b8062c" providerId="Windows Live" clId="Web-{DF440D0C-31B3-3DBD-FB88-802775FEAA6B}" dt="2025-12-01T09:54:05.471" v="2174"/>
          <ac:spMkLst>
            <pc:docMk/>
            <pc:sldMk cId="3646855482" sldId="259"/>
            <ac:spMk id="5" creationId="{3CE33EC1-68E6-C937-E90A-BB42AFB62FC1}"/>
          </ac:spMkLst>
        </pc:spChg>
        <pc:spChg chg="add mod">
          <ac:chgData name="Ruhul Amin Sharif" userId="dff23b7321b8062c" providerId="Windows Live" clId="Web-{DF440D0C-31B3-3DBD-FB88-802775FEAA6B}" dt="2025-12-01T09:56:41.629" v="2193" actId="20577"/>
          <ac:spMkLst>
            <pc:docMk/>
            <pc:sldMk cId="3646855482" sldId="259"/>
            <ac:spMk id="6" creationId="{1A7C997D-CE58-7F91-6587-C6BFFA5D25F8}"/>
          </ac:spMkLst>
        </pc:spChg>
        <pc:picChg chg="add mod">
          <ac:chgData name="Ruhul Amin Sharif" userId="dff23b7321b8062c" providerId="Windows Live" clId="Web-{DF440D0C-31B3-3DBD-FB88-802775FEAA6B}" dt="2025-12-01T09:55:24.097" v="2187" actId="14100"/>
          <ac:picMkLst>
            <pc:docMk/>
            <pc:sldMk cId="3646855482" sldId="259"/>
            <ac:picMk id="2" creationId="{1D6EAA3F-C92B-3B23-307F-4C9F3D66614A}"/>
          </ac:picMkLst>
        </pc:picChg>
      </pc:sldChg>
      <pc:sldChg chg="addSp delSp modSp">
        <pc:chgData name="Ruhul Amin Sharif" userId="dff23b7321b8062c" providerId="Windows Live" clId="Web-{DF440D0C-31B3-3DBD-FB88-802775FEAA6B}" dt="2025-12-01T07:31:47.626" v="1686"/>
        <pc:sldMkLst>
          <pc:docMk/>
          <pc:sldMk cId="902982040" sldId="264"/>
        </pc:sldMkLst>
        <pc:spChg chg="add del mod">
          <ac:chgData name="Ruhul Amin Sharif" userId="dff23b7321b8062c" providerId="Windows Live" clId="Web-{DF440D0C-31B3-3DBD-FB88-802775FEAA6B}" dt="2025-12-01T07:31:44.797" v="1685"/>
          <ac:spMkLst>
            <pc:docMk/>
            <pc:sldMk cId="902982040" sldId="264"/>
            <ac:spMk id="5" creationId="{CD90B8CB-F9B8-9B81-FD30-FBD29ACAE9CF}"/>
          </ac:spMkLst>
        </pc:spChg>
        <pc:spChg chg="add del">
          <ac:chgData name="Ruhul Amin Sharif" userId="dff23b7321b8062c" providerId="Windows Live" clId="Web-{DF440D0C-31B3-3DBD-FB88-802775FEAA6B}" dt="2025-12-01T07:31:47.626" v="1686"/>
          <ac:spMkLst>
            <pc:docMk/>
            <pc:sldMk cId="902982040" sldId="264"/>
            <ac:spMk id="6" creationId="{63D93461-7948-3D45-99DD-30018A60122A}"/>
          </ac:spMkLst>
        </pc:spChg>
        <pc:spChg chg="add del mod">
          <ac:chgData name="Ruhul Amin Sharif" userId="dff23b7321b8062c" providerId="Windows Live" clId="Web-{DF440D0C-31B3-3DBD-FB88-802775FEAA6B}" dt="2025-12-01T07:31:41.844" v="1682"/>
          <ac:spMkLst>
            <pc:docMk/>
            <pc:sldMk cId="902982040" sldId="264"/>
            <ac:spMk id="10" creationId="{A0F9E823-E310-C79B-66A2-B929B6007439}"/>
          </ac:spMkLst>
        </pc:spChg>
        <pc:spChg chg="add del mod">
          <ac:chgData name="Ruhul Amin Sharif" userId="dff23b7321b8062c" providerId="Windows Live" clId="Web-{DF440D0C-31B3-3DBD-FB88-802775FEAA6B}" dt="2025-12-01T07:31:36.453" v="1680"/>
          <ac:spMkLst>
            <pc:docMk/>
            <pc:sldMk cId="902982040" sldId="264"/>
            <ac:spMk id="13" creationId="{F4433CA8-0A0B-62CC-9404-09AE2DB26D15}"/>
          </ac:spMkLst>
        </pc:spChg>
        <pc:picChg chg="add del mod ord">
          <ac:chgData name="Ruhul Amin Sharif" userId="dff23b7321b8062c" providerId="Windows Live" clId="Web-{DF440D0C-31B3-3DBD-FB88-802775FEAA6B}" dt="2025-12-01T07:31:47.626" v="1686"/>
          <ac:picMkLst>
            <pc:docMk/>
            <pc:sldMk cId="902982040" sldId="264"/>
            <ac:picMk id="2" creationId="{809C72E0-6A45-BDE7-1754-FB933C766FE2}"/>
          </ac:picMkLst>
        </pc:picChg>
        <pc:picChg chg="add del mod ord">
          <ac:chgData name="Ruhul Amin Sharif" userId="dff23b7321b8062c" providerId="Windows Live" clId="Web-{DF440D0C-31B3-3DBD-FB88-802775FEAA6B}" dt="2025-12-01T07:31:44.610" v="1684"/>
          <ac:picMkLst>
            <pc:docMk/>
            <pc:sldMk cId="902982040" sldId="264"/>
            <ac:picMk id="7" creationId="{8799A7A5-A3A7-16D6-B0B6-EA97547EA8E1}"/>
          </ac:picMkLst>
        </pc:picChg>
        <pc:picChg chg="add del mod ord">
          <ac:chgData name="Ruhul Amin Sharif" userId="dff23b7321b8062c" providerId="Windows Live" clId="Web-{DF440D0C-31B3-3DBD-FB88-802775FEAA6B}" dt="2025-12-01T07:31:39.141" v="1681"/>
          <ac:picMkLst>
            <pc:docMk/>
            <pc:sldMk cId="902982040" sldId="264"/>
            <ac:picMk id="11" creationId="{40E85709-5456-FA24-2337-EFE5F7E3BA4F}"/>
          </ac:picMkLst>
        </pc:picChg>
      </pc:sldChg>
      <pc:sldChg chg="delSp modSp">
        <pc:chgData name="Ruhul Amin Sharif" userId="dff23b7321b8062c" providerId="Windows Live" clId="Web-{DF440D0C-31B3-3DBD-FB88-802775FEAA6B}" dt="2025-12-01T02:52:52.399" v="86"/>
        <pc:sldMkLst>
          <pc:docMk/>
          <pc:sldMk cId="4121539568" sldId="266"/>
        </pc:sldMkLst>
        <pc:spChg chg="mod">
          <ac:chgData name="Ruhul Amin Sharif" userId="dff23b7321b8062c" providerId="Windows Live" clId="Web-{DF440D0C-31B3-3DBD-FB88-802775FEAA6B}" dt="2025-12-01T01:33:30.974" v="64" actId="20577"/>
          <ac:spMkLst>
            <pc:docMk/>
            <pc:sldMk cId="4121539568" sldId="266"/>
            <ac:spMk id="5" creationId="{8D7C8D83-AACB-2603-AB21-106C72D8A6AB}"/>
          </ac:spMkLst>
        </pc:spChg>
        <pc:spChg chg="mod">
          <ac:chgData name="Ruhul Amin Sharif" userId="dff23b7321b8062c" providerId="Windows Live" clId="Web-{DF440D0C-31B3-3DBD-FB88-802775FEAA6B}" dt="2025-12-01T01:28:18.112" v="57" actId="20577"/>
          <ac:spMkLst>
            <pc:docMk/>
            <pc:sldMk cId="4121539568" sldId="266"/>
            <ac:spMk id="7" creationId="{8EC33747-1A6D-3105-CBCD-66874EB9B1A7}"/>
          </ac:spMkLst>
        </pc:spChg>
        <pc:spChg chg="del">
          <ac:chgData name="Ruhul Amin Sharif" userId="dff23b7321b8062c" providerId="Windows Live" clId="Web-{DF440D0C-31B3-3DBD-FB88-802775FEAA6B}" dt="2025-12-01T02:52:52.399" v="86"/>
          <ac:spMkLst>
            <pc:docMk/>
            <pc:sldMk cId="4121539568" sldId="266"/>
            <ac:spMk id="15" creationId="{6F337044-4080-5F6A-36E5-D7CA7934D520}"/>
          </ac:spMkLst>
        </pc:spChg>
      </pc:sldChg>
      <pc:sldChg chg="addSp delSp modSp add del replId">
        <pc:chgData name="Ruhul Amin Sharif" userId="dff23b7321b8062c" providerId="Windows Live" clId="Web-{DF440D0C-31B3-3DBD-FB88-802775FEAA6B}" dt="2025-12-01T05:15:24.499" v="1447" actId="20577"/>
        <pc:sldMkLst>
          <pc:docMk/>
          <pc:sldMk cId="3932925939" sldId="270"/>
        </pc:sldMkLst>
        <pc:spChg chg="add mod">
          <ac:chgData name="Ruhul Amin Sharif" userId="dff23b7321b8062c" providerId="Windows Live" clId="Web-{DF440D0C-31B3-3DBD-FB88-802775FEAA6B}" dt="2025-12-01T03:41:04.204" v="690" actId="20577"/>
          <ac:spMkLst>
            <pc:docMk/>
            <pc:sldMk cId="3932925939" sldId="270"/>
            <ac:spMk id="2" creationId="{034920F0-AC8D-BFF8-CB07-9B6F01362D38}"/>
          </ac:spMkLst>
        </pc:spChg>
        <pc:spChg chg="mod">
          <ac:chgData name="Ruhul Amin Sharif" userId="dff23b7321b8062c" providerId="Windows Live" clId="Web-{DF440D0C-31B3-3DBD-FB88-802775FEAA6B}" dt="2025-12-01T04:01:59.841" v="694" actId="20577"/>
          <ac:spMkLst>
            <pc:docMk/>
            <pc:sldMk cId="3932925939" sldId="270"/>
            <ac:spMk id="3" creationId="{1A594EF3-FC77-BB65-EE22-31E67967C349}"/>
          </ac:spMkLst>
        </pc:spChg>
        <pc:spChg chg="mod">
          <ac:chgData name="Ruhul Amin Sharif" userId="dff23b7321b8062c" providerId="Windows Live" clId="Web-{DF440D0C-31B3-3DBD-FB88-802775FEAA6B}" dt="2025-12-01T04:28:48.371" v="819" actId="20577"/>
          <ac:spMkLst>
            <pc:docMk/>
            <pc:sldMk cId="3932925939" sldId="270"/>
            <ac:spMk id="4" creationId="{7237DD5B-93E1-0466-20A9-202548B63BFF}"/>
          </ac:spMkLst>
        </pc:spChg>
        <pc:spChg chg="mod">
          <ac:chgData name="Ruhul Amin Sharif" userId="dff23b7321b8062c" providerId="Windows Live" clId="Web-{DF440D0C-31B3-3DBD-FB88-802775FEAA6B}" dt="2025-12-01T04:29:54.325" v="849" actId="14100"/>
          <ac:spMkLst>
            <pc:docMk/>
            <pc:sldMk cId="3932925939" sldId="270"/>
            <ac:spMk id="5" creationId="{4889EC68-8C46-33D9-3E63-35BC755BD4E1}"/>
          </ac:spMkLst>
        </pc:spChg>
        <pc:spChg chg="mod">
          <ac:chgData name="Ruhul Amin Sharif" userId="dff23b7321b8062c" providerId="Windows Live" clId="Web-{DF440D0C-31B3-3DBD-FB88-802775FEAA6B}" dt="2025-12-01T04:29:40.497" v="847" actId="20577"/>
          <ac:spMkLst>
            <pc:docMk/>
            <pc:sldMk cId="3932925939" sldId="270"/>
            <ac:spMk id="7" creationId="{89F056E3-B741-13F7-654B-7ECAFFA857A5}"/>
          </ac:spMkLst>
        </pc:spChg>
        <pc:spChg chg="mod">
          <ac:chgData name="Ruhul Amin Sharif" userId="dff23b7321b8062c" providerId="Windows Live" clId="Web-{DF440D0C-31B3-3DBD-FB88-802775FEAA6B}" dt="2025-12-01T04:30:03.622" v="851" actId="14100"/>
          <ac:spMkLst>
            <pc:docMk/>
            <pc:sldMk cId="3932925939" sldId="270"/>
            <ac:spMk id="8" creationId="{311757DB-4505-3B8F-52C9-AA5B3259143C}"/>
          </ac:spMkLst>
        </pc:spChg>
        <pc:spChg chg="add mod">
          <ac:chgData name="Ruhul Amin Sharif" userId="dff23b7321b8062c" providerId="Windows Live" clId="Web-{DF440D0C-31B3-3DBD-FB88-802775FEAA6B}" dt="2025-12-01T03:04:51.484" v="223" actId="20577"/>
          <ac:spMkLst>
            <pc:docMk/>
            <pc:sldMk cId="3932925939" sldId="270"/>
            <ac:spMk id="11" creationId="{4C72542E-CB03-45DB-74D4-3DCA29A0093F}"/>
          </ac:spMkLst>
        </pc:spChg>
        <pc:spChg chg="mod">
          <ac:chgData name="Ruhul Amin Sharif" userId="dff23b7321b8062c" providerId="Windows Live" clId="Web-{DF440D0C-31B3-3DBD-FB88-802775FEAA6B}" dt="2025-12-01T02:55:56.418" v="129" actId="1076"/>
          <ac:spMkLst>
            <pc:docMk/>
            <pc:sldMk cId="3932925939" sldId="270"/>
            <ac:spMk id="16" creationId="{CC33E1D8-2AE1-96F9-51C3-2CE36119748F}"/>
          </ac:spMkLst>
        </pc:spChg>
        <pc:spChg chg="add mod">
          <ac:chgData name="Ruhul Amin Sharif" userId="dff23b7321b8062c" providerId="Windows Live" clId="Web-{DF440D0C-31B3-3DBD-FB88-802775FEAA6B}" dt="2025-12-01T05:15:24.499" v="1447" actId="20577"/>
          <ac:spMkLst>
            <pc:docMk/>
            <pc:sldMk cId="3932925939" sldId="270"/>
            <ac:spMk id="17" creationId="{585ADC1F-1EAA-7474-5ECD-34CEC32CE503}"/>
          </ac:spMkLst>
        </pc:spChg>
        <pc:spChg chg="mod">
          <ac:chgData name="Ruhul Amin Sharif" userId="dff23b7321b8062c" providerId="Windows Live" clId="Web-{DF440D0C-31B3-3DBD-FB88-802775FEAA6B}" dt="2025-12-01T04:28:56.886" v="828" actId="20577"/>
          <ac:spMkLst>
            <pc:docMk/>
            <pc:sldMk cId="3932925939" sldId="270"/>
            <ac:spMk id="18" creationId="{54E13ECA-AE7E-7246-146C-3AC25129EE7F}"/>
          </ac:spMkLst>
        </pc:spChg>
        <pc:spChg chg="mod">
          <ac:chgData name="Ruhul Amin Sharif" userId="dff23b7321b8062c" providerId="Windows Live" clId="Web-{DF440D0C-31B3-3DBD-FB88-802775FEAA6B}" dt="2025-12-01T04:29:58.137" v="850" actId="14100"/>
          <ac:spMkLst>
            <pc:docMk/>
            <pc:sldMk cId="3932925939" sldId="270"/>
            <ac:spMk id="19" creationId="{ED8011D4-F88B-C545-6C24-C67405951876}"/>
          </ac:spMkLst>
        </pc:spChg>
        <pc:spChg chg="del">
          <ac:chgData name="Ruhul Amin Sharif" userId="dff23b7321b8062c" providerId="Windows Live" clId="Web-{DF440D0C-31B3-3DBD-FB88-802775FEAA6B}" dt="2025-12-01T02:56:49.294" v="135"/>
          <ac:spMkLst>
            <pc:docMk/>
            <pc:sldMk cId="3932925939" sldId="270"/>
            <ac:spMk id="21" creationId="{4463E879-9B01-A16A-286D-58B1FC6D3FAC}"/>
          </ac:spMkLst>
        </pc:spChg>
        <pc:spChg chg="mod">
          <ac:chgData name="Ruhul Amin Sharif" userId="dff23b7321b8062c" providerId="Windows Live" clId="Web-{DF440D0C-31B3-3DBD-FB88-802775FEAA6B}" dt="2025-12-01T04:27:44.775" v="791" actId="20577"/>
          <ac:spMkLst>
            <pc:docMk/>
            <pc:sldMk cId="3932925939" sldId="270"/>
            <ac:spMk id="21" creationId="{7A8F2DED-2449-E021-98B4-441F9E2E5BEA}"/>
          </ac:spMkLst>
        </pc:spChg>
        <pc:spChg chg="del topLvl">
          <ac:chgData name="Ruhul Amin Sharif" userId="dff23b7321b8062c" providerId="Windows Live" clId="Web-{DF440D0C-31B3-3DBD-FB88-802775FEAA6B}" dt="2025-12-01T02:56:51.482" v="137"/>
          <ac:spMkLst>
            <pc:docMk/>
            <pc:sldMk cId="3932925939" sldId="270"/>
            <ac:spMk id="23" creationId="{0EB1A423-EA86-005F-7B7B-C09C107B4703}"/>
          </ac:spMkLst>
        </pc:spChg>
        <pc:spChg chg="del topLvl">
          <ac:chgData name="Ruhul Amin Sharif" userId="dff23b7321b8062c" providerId="Windows Live" clId="Web-{DF440D0C-31B3-3DBD-FB88-802775FEAA6B}" dt="2025-12-01T02:57:05.092" v="138"/>
          <ac:spMkLst>
            <pc:docMk/>
            <pc:sldMk cId="3932925939" sldId="270"/>
            <ac:spMk id="24" creationId="{410951EC-D7DF-EE57-AC07-CB95EB1C1DF7}"/>
          </ac:spMkLst>
        </pc:spChg>
        <pc:spChg chg="mod">
          <ac:chgData name="Ruhul Amin Sharif" userId="dff23b7321b8062c" providerId="Windows Live" clId="Web-{DF440D0C-31B3-3DBD-FB88-802775FEAA6B}" dt="2025-12-01T05:15:19.437" v="1439" actId="20577"/>
          <ac:spMkLst>
            <pc:docMk/>
            <pc:sldMk cId="3932925939" sldId="270"/>
            <ac:spMk id="27" creationId="{C6AB07FA-E831-57D7-47F3-8E12FC809D22}"/>
          </ac:spMkLst>
        </pc:spChg>
        <pc:spChg chg="del">
          <ac:chgData name="Ruhul Amin Sharif" userId="dff23b7321b8062c" providerId="Windows Live" clId="Web-{DF440D0C-31B3-3DBD-FB88-802775FEAA6B}" dt="2025-12-01T02:56:49.388" v="136"/>
          <ac:spMkLst>
            <pc:docMk/>
            <pc:sldMk cId="3932925939" sldId="270"/>
            <ac:spMk id="31" creationId="{DA8FD60A-4BE7-8F14-F931-1D29BB43F81E}"/>
          </ac:spMkLst>
        </pc:spChg>
        <pc:spChg chg="mod">
          <ac:chgData name="Ruhul Amin Sharif" userId="dff23b7321b8062c" providerId="Windows Live" clId="Web-{DF440D0C-31B3-3DBD-FB88-802775FEAA6B}" dt="2025-12-01T03:40:53.516" v="689" actId="20577"/>
          <ac:spMkLst>
            <pc:docMk/>
            <pc:sldMk cId="3932925939" sldId="270"/>
            <ac:spMk id="32" creationId="{E4D75441-96DE-B026-7CE1-46F3BFA6FBB0}"/>
          </ac:spMkLst>
        </pc:spChg>
        <pc:spChg chg="mod">
          <ac:chgData name="Ruhul Amin Sharif" userId="dff23b7321b8062c" providerId="Windows Live" clId="Web-{DF440D0C-31B3-3DBD-FB88-802775FEAA6B}" dt="2025-12-01T03:40:04.810" v="688" actId="14100"/>
          <ac:spMkLst>
            <pc:docMk/>
            <pc:sldMk cId="3932925939" sldId="270"/>
            <ac:spMk id="35" creationId="{5FEDD9EF-EFF8-3B61-91EB-B6B5FAE664AC}"/>
          </ac:spMkLst>
        </pc:spChg>
        <pc:spChg chg="mod">
          <ac:chgData name="Ruhul Amin Sharif" userId="dff23b7321b8062c" providerId="Windows Live" clId="Web-{DF440D0C-31B3-3DBD-FB88-802775FEAA6B}" dt="2025-12-01T05:15:12.593" v="1426" actId="20577"/>
          <ac:spMkLst>
            <pc:docMk/>
            <pc:sldMk cId="3932925939" sldId="270"/>
            <ac:spMk id="38" creationId="{39F94A04-99D9-0B66-FCE4-DD0DCCE5C4CE}"/>
          </ac:spMkLst>
        </pc:spChg>
        <pc:grpChg chg="add mod">
          <ac:chgData name="Ruhul Amin Sharif" userId="dff23b7321b8062c" providerId="Windows Live" clId="Web-{DF440D0C-31B3-3DBD-FB88-802775FEAA6B}" dt="2025-12-01T04:28:05.307" v="794" actId="1076"/>
          <ac:grpSpMkLst>
            <pc:docMk/>
            <pc:sldMk cId="3932925939" sldId="270"/>
            <ac:grpSpMk id="6" creationId="{C79B89A4-6E7F-C9BB-379C-5773AECB5035}"/>
          </ac:grpSpMkLst>
        </pc:grpChg>
        <pc:grpChg chg="add del mod">
          <ac:chgData name="Ruhul Amin Sharif" userId="dff23b7321b8062c" providerId="Windows Live" clId="Web-{DF440D0C-31B3-3DBD-FB88-802775FEAA6B}" dt="2025-12-01T04:27:52.510" v="792"/>
          <ac:grpSpMkLst>
            <pc:docMk/>
            <pc:sldMk cId="3932925939" sldId="270"/>
            <ac:grpSpMk id="10" creationId="{2E85CC00-1357-9ECF-3E57-A106E24C1AF1}"/>
          </ac:grpSpMkLst>
        </pc:grpChg>
        <pc:grpChg chg="mod">
          <ac:chgData name="Ruhul Amin Sharif" userId="dff23b7321b8062c" providerId="Windows Live" clId="Web-{DF440D0C-31B3-3DBD-FB88-802775FEAA6B}" dt="2025-12-01T03:02:19.393" v="199" actId="1076"/>
          <ac:grpSpMkLst>
            <pc:docMk/>
            <pc:sldMk cId="3932925939" sldId="270"/>
            <ac:grpSpMk id="13" creationId="{D2D2B99A-53E1-D3F8-E09F-582840ADFC69}"/>
          </ac:grpSpMkLst>
        </pc:grpChg>
        <pc:grpChg chg="mod">
          <ac:chgData name="Ruhul Amin Sharif" userId="dff23b7321b8062c" providerId="Windows Live" clId="Web-{DF440D0C-31B3-3DBD-FB88-802775FEAA6B}" dt="2025-12-01T04:28:05.291" v="793" actId="1076"/>
          <ac:grpSpMkLst>
            <pc:docMk/>
            <pc:sldMk cId="3932925939" sldId="270"/>
            <ac:grpSpMk id="14" creationId="{FBA62821-9B49-3257-C068-6364EFDFF8D9}"/>
          </ac:grpSpMkLst>
        </pc:grpChg>
        <pc:grpChg chg="add mod">
          <ac:chgData name="Ruhul Amin Sharif" userId="dff23b7321b8062c" providerId="Windows Live" clId="Web-{DF440D0C-31B3-3DBD-FB88-802775FEAA6B}" dt="2025-12-01T03:40:03.654" v="687" actId="14100"/>
          <ac:grpSpMkLst>
            <pc:docMk/>
            <pc:sldMk cId="3932925939" sldId="270"/>
            <ac:grpSpMk id="20" creationId="{43619A7B-A302-6596-D088-55FFCAA657FB}"/>
          </ac:grpSpMkLst>
        </pc:grpChg>
        <pc:grpChg chg="del">
          <ac:chgData name="Ruhul Amin Sharif" userId="dff23b7321b8062c" providerId="Windows Live" clId="Web-{DF440D0C-31B3-3DBD-FB88-802775FEAA6B}" dt="2025-12-01T02:56:51.482" v="137"/>
          <ac:grpSpMkLst>
            <pc:docMk/>
            <pc:sldMk cId="3932925939" sldId="270"/>
            <ac:grpSpMk id="22" creationId="{3D8F2EA4-37DA-023E-C635-BE8A26FE4C7C}"/>
          </ac:grpSpMkLst>
        </pc:grpChg>
        <pc:grpChg chg="add mod">
          <ac:chgData name="Ruhul Amin Sharif" userId="dff23b7321b8062c" providerId="Windows Live" clId="Web-{DF440D0C-31B3-3DBD-FB88-802775FEAA6B}" dt="2025-12-01T03:37:07.078" v="626" actId="1076"/>
          <ac:grpSpMkLst>
            <pc:docMk/>
            <pc:sldMk cId="3932925939" sldId="270"/>
            <ac:grpSpMk id="25" creationId="{3FBC46D3-AB6C-C8FF-9614-2EEF93CEAD5D}"/>
          </ac:grpSpMkLst>
        </pc:grpChg>
        <pc:grpChg chg="add mod">
          <ac:chgData name="Ruhul Amin Sharif" userId="dff23b7321b8062c" providerId="Windows Live" clId="Web-{DF440D0C-31B3-3DBD-FB88-802775FEAA6B}" dt="2025-12-01T04:28:05.323" v="795" actId="1076"/>
          <ac:grpSpMkLst>
            <pc:docMk/>
            <pc:sldMk cId="3932925939" sldId="270"/>
            <ac:grpSpMk id="28" creationId="{A66F69E1-DDAE-7104-E322-A498381FD864}"/>
          </ac:grpSpMkLst>
        </pc:grpChg>
        <pc:grpChg chg="add mod">
          <ac:chgData name="Ruhul Amin Sharif" userId="dff23b7321b8062c" providerId="Windows Live" clId="Web-{DF440D0C-31B3-3DBD-FB88-802775FEAA6B}" dt="2025-12-01T04:28:05.338" v="796" actId="1076"/>
          <ac:grpSpMkLst>
            <pc:docMk/>
            <pc:sldMk cId="3932925939" sldId="270"/>
            <ac:grpSpMk id="33" creationId="{190A6C3F-4AD2-0010-A385-1669315B7961}"/>
          </ac:grpSpMkLst>
        </pc:grpChg>
        <pc:grpChg chg="add mod">
          <ac:chgData name="Ruhul Amin Sharif" userId="dff23b7321b8062c" providerId="Windows Live" clId="Web-{DF440D0C-31B3-3DBD-FB88-802775FEAA6B}" dt="2025-12-01T04:28:05.354" v="797" actId="1076"/>
          <ac:grpSpMkLst>
            <pc:docMk/>
            <pc:sldMk cId="3932925939" sldId="270"/>
            <ac:grpSpMk id="36" creationId="{8B5271E4-9750-FF98-3936-10D72CCB62DB}"/>
          </ac:grpSpMkLst>
        </pc:grpChg>
      </pc:sldChg>
      <pc:sldChg chg="modSp add del replId">
        <pc:chgData name="Ruhul Amin Sharif" userId="dff23b7321b8062c" providerId="Windows Live" clId="Web-{DF440D0C-31B3-3DBD-FB88-802775FEAA6B}" dt="2025-12-01T03:12:38.188" v="250"/>
        <pc:sldMkLst>
          <pc:docMk/>
          <pc:sldMk cId="941219831" sldId="271"/>
        </pc:sldMkLst>
        <pc:spChg chg="mod">
          <ac:chgData name="Ruhul Amin Sharif" userId="dff23b7321b8062c" providerId="Windows Live" clId="Web-{DF440D0C-31B3-3DBD-FB88-802775FEAA6B}" dt="2025-12-01T03:12:17.626" v="248" actId="20577"/>
          <ac:spMkLst>
            <pc:docMk/>
            <pc:sldMk cId="941219831" sldId="271"/>
            <ac:spMk id="16" creationId="{D64EC71D-44B6-E0C1-48F3-76DFB65B9040}"/>
          </ac:spMkLst>
        </pc:spChg>
      </pc:sldChg>
      <pc:sldChg chg="add del replId">
        <pc:chgData name="Ruhul Amin Sharif" userId="dff23b7321b8062c" providerId="Windows Live" clId="Web-{DF440D0C-31B3-3DBD-FB88-802775FEAA6B}" dt="2025-12-01T03:11:39.125" v="239"/>
        <pc:sldMkLst>
          <pc:docMk/>
          <pc:sldMk cId="1739371790" sldId="271"/>
        </pc:sldMkLst>
      </pc:sldChg>
      <pc:sldChg chg="add del replId">
        <pc:chgData name="Ruhul Amin Sharif" userId="dff23b7321b8062c" providerId="Windows Live" clId="Web-{DF440D0C-31B3-3DBD-FB88-802775FEAA6B}" dt="2025-12-01T03:12:01.688" v="241"/>
        <pc:sldMkLst>
          <pc:docMk/>
          <pc:sldMk cId="2568326723" sldId="271"/>
        </pc:sldMkLst>
      </pc:sldChg>
      <pc:sldChg chg="addSp delSp modSp add replId">
        <pc:chgData name="Ruhul Amin Sharif" userId="dff23b7321b8062c" providerId="Windows Live" clId="Web-{DF440D0C-31B3-3DBD-FB88-802775FEAA6B}" dt="2025-12-01T03:51:14.812" v="691" actId="1076"/>
        <pc:sldMkLst>
          <pc:docMk/>
          <pc:sldMk cId="1323572066" sldId="272"/>
        </pc:sldMkLst>
        <pc:spChg chg="mod">
          <ac:chgData name="Ruhul Amin Sharif" userId="dff23b7321b8062c" providerId="Windows Live" clId="Web-{DF440D0C-31B3-3DBD-FB88-802775FEAA6B}" dt="2025-12-01T03:27:44.722" v="477" actId="1076"/>
          <ac:spMkLst>
            <pc:docMk/>
            <pc:sldMk cId="1323572066" sldId="272"/>
            <ac:spMk id="3" creationId="{A791809E-EB76-6209-6FBB-61EDA52FC1EB}"/>
          </ac:spMkLst>
        </pc:spChg>
        <pc:spChg chg="mod">
          <ac:chgData name="Ruhul Amin Sharif" userId="dff23b7321b8062c" providerId="Windows Live" clId="Web-{DF440D0C-31B3-3DBD-FB88-802775FEAA6B}" dt="2025-12-01T03:22:41.804" v="386" actId="14100"/>
          <ac:spMkLst>
            <pc:docMk/>
            <pc:sldMk cId="1323572066" sldId="272"/>
            <ac:spMk id="4" creationId="{40BBE832-5F12-C33D-3409-8F5FFE12C491}"/>
          </ac:spMkLst>
        </pc:spChg>
        <pc:spChg chg="mod">
          <ac:chgData name="Ruhul Amin Sharif" userId="dff23b7321b8062c" providerId="Windows Live" clId="Web-{DF440D0C-31B3-3DBD-FB88-802775FEAA6B}" dt="2025-12-01T03:23:09.446" v="392" actId="14100"/>
          <ac:spMkLst>
            <pc:docMk/>
            <pc:sldMk cId="1323572066" sldId="272"/>
            <ac:spMk id="5" creationId="{B05790AD-CD54-702E-D801-E6504DA63350}"/>
          </ac:spMkLst>
        </pc:spChg>
        <pc:spChg chg="mod">
          <ac:chgData name="Ruhul Amin Sharif" userId="dff23b7321b8062c" providerId="Windows Live" clId="Web-{DF440D0C-31B3-3DBD-FB88-802775FEAA6B}" dt="2025-12-01T03:23:19.790" v="394" actId="14100"/>
          <ac:spMkLst>
            <pc:docMk/>
            <pc:sldMk cId="1323572066" sldId="272"/>
            <ac:spMk id="7" creationId="{344EBDDE-97EB-C989-764E-60B0BE96BAB9}"/>
          </ac:spMkLst>
        </pc:spChg>
        <pc:spChg chg="mod">
          <ac:chgData name="Ruhul Amin Sharif" userId="dff23b7321b8062c" providerId="Windows Live" clId="Web-{DF440D0C-31B3-3DBD-FB88-802775FEAA6B}" dt="2025-12-01T03:14:38.128" v="275" actId="20577"/>
          <ac:spMkLst>
            <pc:docMk/>
            <pc:sldMk cId="1323572066" sldId="272"/>
            <ac:spMk id="11" creationId="{A04E0D22-3394-6856-8106-34C6DB1AEB1D}"/>
          </ac:spMkLst>
        </pc:spChg>
        <pc:spChg chg="mod">
          <ac:chgData name="Ruhul Amin Sharif" userId="dff23b7321b8062c" providerId="Windows Live" clId="Web-{DF440D0C-31B3-3DBD-FB88-802775FEAA6B}" dt="2025-12-01T03:12:44.173" v="255" actId="20577"/>
          <ac:spMkLst>
            <pc:docMk/>
            <pc:sldMk cId="1323572066" sldId="272"/>
            <ac:spMk id="16" creationId="{02E95E5E-F256-FC0E-0DCD-B8EAEF3DA36A}"/>
          </ac:spMkLst>
        </pc:spChg>
        <pc:spChg chg="mod">
          <ac:chgData name="Ruhul Amin Sharif" userId="dff23b7321b8062c" providerId="Windows Live" clId="Web-{DF440D0C-31B3-3DBD-FB88-802775FEAA6B}" dt="2025-12-01T03:23:14.321" v="393" actId="14100"/>
          <ac:spMkLst>
            <pc:docMk/>
            <pc:sldMk cId="1323572066" sldId="272"/>
            <ac:spMk id="19" creationId="{50F690CF-0399-4B7D-C8F1-CDB1B4CBF415}"/>
          </ac:spMkLst>
        </pc:spChg>
        <pc:spChg chg="mod">
          <ac:chgData name="Ruhul Amin Sharif" userId="dff23b7321b8062c" providerId="Windows Live" clId="Web-{DF440D0C-31B3-3DBD-FB88-802775FEAA6B}" dt="2025-12-01T03:14:39.503" v="277" actId="20577"/>
          <ac:spMkLst>
            <pc:docMk/>
            <pc:sldMk cId="1323572066" sldId="272"/>
            <ac:spMk id="20" creationId="{4F274C00-2819-BA34-BBAF-6AF32C9FC925}"/>
          </ac:spMkLst>
        </pc:spChg>
        <pc:spChg chg="del">
          <ac:chgData name="Ruhul Amin Sharif" userId="dff23b7321b8062c" providerId="Windows Live" clId="Web-{DF440D0C-31B3-3DBD-FB88-802775FEAA6B}" dt="2025-12-01T03:12:47.626" v="256"/>
          <ac:spMkLst>
            <pc:docMk/>
            <pc:sldMk cId="1323572066" sldId="272"/>
            <ac:spMk id="21" creationId="{30033EA4-D1ED-1BB2-9514-2B73094AE77E}"/>
          </ac:spMkLst>
        </pc:spChg>
        <pc:spChg chg="mod">
          <ac:chgData name="Ruhul Amin Sharif" userId="dff23b7321b8062c" providerId="Windows Live" clId="Web-{DF440D0C-31B3-3DBD-FB88-802775FEAA6B}" dt="2025-12-01T03:14:47.300" v="279" actId="20577"/>
          <ac:spMkLst>
            <pc:docMk/>
            <pc:sldMk cId="1323572066" sldId="272"/>
            <ac:spMk id="27" creationId="{5B8160FD-292D-25CA-395E-6CB44A0A4D77}"/>
          </ac:spMkLst>
        </pc:spChg>
        <pc:spChg chg="mod">
          <ac:chgData name="Ruhul Amin Sharif" userId="dff23b7321b8062c" providerId="Windows Live" clId="Web-{DF440D0C-31B3-3DBD-FB88-802775FEAA6B}" dt="2025-12-01T03:31:08.257" v="520" actId="20577"/>
          <ac:spMkLst>
            <pc:docMk/>
            <pc:sldMk cId="1323572066" sldId="272"/>
            <ac:spMk id="30" creationId="{5F938C1A-4401-B6FF-8B6A-55F5024C0B06}"/>
          </ac:spMkLst>
        </pc:spChg>
        <pc:spChg chg="del">
          <ac:chgData name="Ruhul Amin Sharif" userId="dff23b7321b8062c" providerId="Windows Live" clId="Web-{DF440D0C-31B3-3DBD-FB88-802775FEAA6B}" dt="2025-12-01T03:12:48.673" v="257"/>
          <ac:spMkLst>
            <pc:docMk/>
            <pc:sldMk cId="1323572066" sldId="272"/>
            <ac:spMk id="31" creationId="{A6A6E32E-7356-0982-F12D-2C6C55B91AA1}"/>
          </ac:spMkLst>
        </pc:spChg>
        <pc:spChg chg="mod">
          <ac:chgData name="Ruhul Amin Sharif" userId="dff23b7321b8062c" providerId="Windows Live" clId="Web-{DF440D0C-31B3-3DBD-FB88-802775FEAA6B}" dt="2025-12-01T03:28:11.113" v="504" actId="20577"/>
          <ac:spMkLst>
            <pc:docMk/>
            <pc:sldMk cId="1323572066" sldId="272"/>
            <ac:spMk id="32" creationId="{48025C96-3C95-A45E-AFA9-6E2DED3F738F}"/>
          </ac:spMkLst>
        </pc:spChg>
        <pc:spChg chg="mod">
          <ac:chgData name="Ruhul Amin Sharif" userId="dff23b7321b8062c" providerId="Windows Live" clId="Web-{DF440D0C-31B3-3DBD-FB88-802775FEAA6B}" dt="2025-12-01T03:51:14.812" v="691" actId="1076"/>
          <ac:spMkLst>
            <pc:docMk/>
            <pc:sldMk cId="1323572066" sldId="272"/>
            <ac:spMk id="34" creationId="{018107DA-1A8D-5107-F11D-7C6CE5959E14}"/>
          </ac:spMkLst>
        </pc:spChg>
        <pc:spChg chg="mod">
          <ac:chgData name="Ruhul Amin Sharif" userId="dff23b7321b8062c" providerId="Windows Live" clId="Web-{DF440D0C-31B3-3DBD-FB88-802775FEAA6B}" dt="2025-12-01T03:28:12.910" v="506" actId="20577"/>
          <ac:spMkLst>
            <pc:docMk/>
            <pc:sldMk cId="1323572066" sldId="272"/>
            <ac:spMk id="35" creationId="{7885FA17-886C-12A9-010B-4F85DD2CCC81}"/>
          </ac:spMkLst>
        </pc:spChg>
        <pc:spChg chg="mod topLvl">
          <ac:chgData name="Ruhul Amin Sharif" userId="dff23b7321b8062c" providerId="Windows Live" clId="Web-{DF440D0C-31B3-3DBD-FB88-802775FEAA6B}" dt="2025-12-01T03:31:51.477" v="534" actId="20577"/>
          <ac:spMkLst>
            <pc:docMk/>
            <pc:sldMk cId="1323572066" sldId="272"/>
            <ac:spMk id="37" creationId="{DC328071-4F39-65D3-5C0D-362E51CCA80F}"/>
          </ac:spMkLst>
        </pc:spChg>
        <pc:spChg chg="add del mod topLvl">
          <ac:chgData name="Ruhul Amin Sharif" userId="dff23b7321b8062c" providerId="Windows Live" clId="Web-{DF440D0C-31B3-3DBD-FB88-802775FEAA6B}" dt="2025-12-01T03:28:31.270" v="513" actId="20577"/>
          <ac:spMkLst>
            <pc:docMk/>
            <pc:sldMk cId="1323572066" sldId="272"/>
            <ac:spMk id="38" creationId="{B8BE3E39-A410-294E-ED48-19DBAB360B81}"/>
          </ac:spMkLst>
        </pc:spChg>
        <pc:spChg chg="mod">
          <ac:chgData name="Ruhul Amin Sharif" userId="dff23b7321b8062c" providerId="Windows Live" clId="Web-{DF440D0C-31B3-3DBD-FB88-802775FEAA6B}" dt="2025-12-01T03:32:15.930" v="542" actId="20577"/>
          <ac:spMkLst>
            <pc:docMk/>
            <pc:sldMk cId="1323572066" sldId="272"/>
            <ac:spMk id="40" creationId="{1FADA5BA-7040-3124-A0F0-C7464F6DF0CC}"/>
          </ac:spMkLst>
        </pc:spChg>
        <pc:spChg chg="mod">
          <ac:chgData name="Ruhul Amin Sharif" userId="dff23b7321b8062c" providerId="Windows Live" clId="Web-{DF440D0C-31B3-3DBD-FB88-802775FEAA6B}" dt="2025-12-01T03:28:21.473" v="509" actId="20577"/>
          <ac:spMkLst>
            <pc:docMk/>
            <pc:sldMk cId="1323572066" sldId="272"/>
            <ac:spMk id="41" creationId="{9E731360-2CAD-DF85-6A75-D17ACEB037DC}"/>
          </ac:spMkLst>
        </pc:spChg>
        <pc:spChg chg="add del">
          <ac:chgData name="Ruhul Amin Sharif" userId="dff23b7321b8062c" providerId="Windows Live" clId="Web-{DF440D0C-31B3-3DBD-FB88-802775FEAA6B}" dt="2025-12-01T03:33:09.603" v="573"/>
          <ac:spMkLst>
            <pc:docMk/>
            <pc:sldMk cId="1323572066" sldId="272"/>
            <ac:spMk id="42" creationId="{4F84F7B7-A0A8-6D48-88CD-218CDFBBC1F4}"/>
          </ac:spMkLst>
        </pc:spChg>
        <pc:spChg chg="add del ord">
          <ac:chgData name="Ruhul Amin Sharif" userId="dff23b7321b8062c" providerId="Windows Live" clId="Web-{DF440D0C-31B3-3DBD-FB88-802775FEAA6B}" dt="2025-12-01T03:33:42.463" v="587"/>
          <ac:spMkLst>
            <pc:docMk/>
            <pc:sldMk cId="1323572066" sldId="272"/>
            <ac:spMk id="43" creationId="{3B54C691-17BD-59E4-C927-F9D6FE2AFB85}"/>
          </ac:spMkLst>
        </pc:spChg>
        <pc:spChg chg="add del mod">
          <ac:chgData name="Ruhul Amin Sharif" userId="dff23b7321b8062c" providerId="Windows Live" clId="Web-{DF440D0C-31B3-3DBD-FB88-802775FEAA6B}" dt="2025-12-01T03:34:20.042" v="593"/>
          <ac:spMkLst>
            <pc:docMk/>
            <pc:sldMk cId="1323572066" sldId="272"/>
            <ac:spMk id="44" creationId="{AEA8AD3E-359E-AEFC-0C58-7171C03A8316}"/>
          </ac:spMkLst>
        </pc:spChg>
        <pc:grpChg chg="add del mod">
          <ac:chgData name="Ruhul Amin Sharif" userId="dff23b7321b8062c" providerId="Windows Live" clId="Web-{DF440D0C-31B3-3DBD-FB88-802775FEAA6B}" dt="2025-12-01T03:24:49.607" v="398"/>
          <ac:grpSpMkLst>
            <pc:docMk/>
            <pc:sldMk cId="1323572066" sldId="272"/>
            <ac:grpSpMk id="2" creationId="{92C83C56-919C-AF04-22FD-1D744B1DBD26}"/>
          </ac:grpSpMkLst>
        </pc:grpChg>
        <pc:grpChg chg="add del mod">
          <ac:chgData name="Ruhul Amin Sharif" userId="dff23b7321b8062c" providerId="Windows Live" clId="Web-{DF440D0C-31B3-3DBD-FB88-802775FEAA6B}" dt="2025-12-01T03:24:49.607" v="397"/>
          <ac:grpSpMkLst>
            <pc:docMk/>
            <pc:sldMk cId="1323572066" sldId="272"/>
            <ac:grpSpMk id="8" creationId="{71897545-E5EB-FA83-E4E8-A425FD13A95A}"/>
          </ac:grpSpMkLst>
        </pc:grpChg>
        <pc:grpChg chg="add del mod">
          <ac:chgData name="Ruhul Amin Sharif" userId="dff23b7321b8062c" providerId="Windows Live" clId="Web-{DF440D0C-31B3-3DBD-FB88-802775FEAA6B}" dt="2025-12-01T03:24:49.607" v="396"/>
          <ac:grpSpMkLst>
            <pc:docMk/>
            <pc:sldMk cId="1323572066" sldId="272"/>
            <ac:grpSpMk id="12" creationId="{A77D96E3-A973-FB42-BFFE-D7D0FE49FFF9}"/>
          </ac:grpSpMkLst>
        </pc:grpChg>
        <pc:grpChg chg="mod">
          <ac:chgData name="Ruhul Amin Sharif" userId="dff23b7321b8062c" providerId="Windows Live" clId="Web-{DF440D0C-31B3-3DBD-FB88-802775FEAA6B}" dt="2025-12-01T03:33:42.307" v="586" actId="1076"/>
          <ac:grpSpMkLst>
            <pc:docMk/>
            <pc:sldMk cId="1323572066" sldId="272"/>
            <ac:grpSpMk id="13" creationId="{4600EE30-576C-5747-B799-EFBF94147654}"/>
          </ac:grpSpMkLst>
        </pc:grpChg>
        <pc:grpChg chg="del mod">
          <ac:chgData name="Ruhul Amin Sharif" userId="dff23b7321b8062c" providerId="Windows Live" clId="Web-{DF440D0C-31B3-3DBD-FB88-802775FEAA6B}" dt="2025-12-01T03:24:49.607" v="399"/>
          <ac:grpSpMkLst>
            <pc:docMk/>
            <pc:sldMk cId="1323572066" sldId="272"/>
            <ac:grpSpMk id="14" creationId="{58A7792F-B907-6822-E55A-8307BF09BEFF}"/>
          </ac:grpSpMkLst>
        </pc:grpChg>
        <pc:grpChg chg="del">
          <ac:chgData name="Ruhul Amin Sharif" userId="dff23b7321b8062c" providerId="Windows Live" clId="Web-{DF440D0C-31B3-3DBD-FB88-802775FEAA6B}" dt="2025-12-01T03:12:49.611" v="258"/>
          <ac:grpSpMkLst>
            <pc:docMk/>
            <pc:sldMk cId="1323572066" sldId="272"/>
            <ac:grpSpMk id="22" creationId="{401C21A3-789E-9EEB-77DB-A055D6381A8F}"/>
          </ac:grpSpMkLst>
        </pc:grpChg>
        <pc:grpChg chg="add del mod">
          <ac:chgData name="Ruhul Amin Sharif" userId="dff23b7321b8062c" providerId="Windows Live" clId="Web-{DF440D0C-31B3-3DBD-FB88-802775FEAA6B}" dt="2025-12-01T03:24:49.607" v="395"/>
          <ac:grpSpMkLst>
            <pc:docMk/>
            <pc:sldMk cId="1323572066" sldId="272"/>
            <ac:grpSpMk id="25" creationId="{B96C2A6C-04FA-DD10-C0C9-40184B5C1177}"/>
          </ac:grpSpMkLst>
        </pc:grpChg>
        <pc:grpChg chg="add mod">
          <ac:chgData name="Ruhul Amin Sharif" userId="dff23b7321b8062c" providerId="Windows Live" clId="Web-{DF440D0C-31B3-3DBD-FB88-802775FEAA6B}" dt="2025-12-01T03:33:42.307" v="585" actId="1076"/>
          <ac:grpSpMkLst>
            <pc:docMk/>
            <pc:sldMk cId="1323572066" sldId="272"/>
            <ac:grpSpMk id="28" creationId="{751E9156-3CE5-91B8-D439-14E1CABEFFB2}"/>
          </ac:grpSpMkLst>
        </pc:grpChg>
        <pc:grpChg chg="add mod">
          <ac:chgData name="Ruhul Amin Sharif" userId="dff23b7321b8062c" providerId="Windows Live" clId="Web-{DF440D0C-31B3-3DBD-FB88-802775FEAA6B}" dt="2025-12-01T03:33:42.307" v="584" actId="1076"/>
          <ac:grpSpMkLst>
            <pc:docMk/>
            <pc:sldMk cId="1323572066" sldId="272"/>
            <ac:grpSpMk id="33" creationId="{4DEB1869-8E30-234E-BB6A-24D67EA52F7E}"/>
          </ac:grpSpMkLst>
        </pc:grpChg>
        <pc:grpChg chg="add del mod">
          <ac:chgData name="Ruhul Amin Sharif" userId="dff23b7321b8062c" providerId="Windows Live" clId="Web-{DF440D0C-31B3-3DBD-FB88-802775FEAA6B}" dt="2025-12-01T03:33:42.307" v="583" actId="1076"/>
          <ac:grpSpMkLst>
            <pc:docMk/>
            <pc:sldMk cId="1323572066" sldId="272"/>
            <ac:grpSpMk id="36" creationId="{4BB59848-F250-280D-36A9-DB75FF5BC29F}"/>
          </ac:grpSpMkLst>
        </pc:grpChg>
        <pc:grpChg chg="add mod">
          <ac:chgData name="Ruhul Amin Sharif" userId="dff23b7321b8062c" providerId="Windows Live" clId="Web-{DF440D0C-31B3-3DBD-FB88-802775FEAA6B}" dt="2025-12-01T03:33:42.307" v="582" actId="1076"/>
          <ac:grpSpMkLst>
            <pc:docMk/>
            <pc:sldMk cId="1323572066" sldId="272"/>
            <ac:grpSpMk id="39" creationId="{908CBC56-59BF-C999-0DAB-A5036BA88751}"/>
          </ac:grpSpMkLst>
        </pc:grpChg>
      </pc:sldChg>
      <pc:sldChg chg="modSp add del replId">
        <pc:chgData name="Ruhul Amin Sharif" userId="dff23b7321b8062c" providerId="Windows Live" clId="Web-{DF440D0C-31B3-3DBD-FB88-802775FEAA6B}" dt="2025-12-01T05:08:32.238" v="1339"/>
        <pc:sldMkLst>
          <pc:docMk/>
          <pc:sldMk cId="2598857988" sldId="273"/>
        </pc:sldMkLst>
        <pc:spChg chg="mod">
          <ac:chgData name="Ruhul Amin Sharif" userId="dff23b7321b8062c" providerId="Windows Live" clId="Web-{DF440D0C-31B3-3DBD-FB88-802775FEAA6B}" dt="2025-12-01T05:08:22.707" v="1338" actId="1076"/>
          <ac:spMkLst>
            <pc:docMk/>
            <pc:sldMk cId="2598857988" sldId="273"/>
            <ac:spMk id="16" creationId="{970E4E42-2E3C-74B0-E503-6E22E4ADB86D}"/>
          </ac:spMkLst>
        </pc:spChg>
        <pc:spChg chg="mod">
          <ac:chgData name="Ruhul Amin Sharif" userId="dff23b7321b8062c" providerId="Windows Live" clId="Web-{DF440D0C-31B3-3DBD-FB88-802775FEAA6B}" dt="2025-12-01T04:38:47.753" v="873" actId="20577"/>
          <ac:spMkLst>
            <pc:docMk/>
            <pc:sldMk cId="2598857988" sldId="273"/>
            <ac:spMk id="17" creationId="{D66519FE-9D3C-7E62-F975-E49B7A3BD84B}"/>
          </ac:spMkLst>
        </pc:spChg>
      </pc:sldChg>
      <pc:sldChg chg="addSp delSp modSp add del ord replId">
        <pc:chgData name="Ruhul Amin Sharif" userId="dff23b7321b8062c" providerId="Windows Live" clId="Web-{DF440D0C-31B3-3DBD-FB88-802775FEAA6B}" dt="2025-12-01T05:18:31.615" v="1495"/>
        <pc:sldMkLst>
          <pc:docMk/>
          <pc:sldMk cId="3638976626" sldId="274"/>
        </pc:sldMkLst>
        <pc:spChg chg="del mod">
          <ac:chgData name="Ruhul Amin Sharif" userId="dff23b7321b8062c" providerId="Windows Live" clId="Web-{DF440D0C-31B3-3DBD-FB88-802775FEAA6B}" dt="2025-12-01T04:41:35.606" v="908"/>
          <ac:spMkLst>
            <pc:docMk/>
            <pc:sldMk cId="3638976626" sldId="274"/>
            <ac:spMk id="4" creationId="{61BDE7AD-71FF-9A27-29D3-05E4DF5C671F}"/>
          </ac:spMkLst>
        </pc:spChg>
        <pc:spChg chg="del">
          <ac:chgData name="Ruhul Amin Sharif" userId="dff23b7321b8062c" providerId="Windows Live" clId="Web-{DF440D0C-31B3-3DBD-FB88-802775FEAA6B}" dt="2025-12-01T04:41:45.826" v="910"/>
          <ac:spMkLst>
            <pc:docMk/>
            <pc:sldMk cId="3638976626" sldId="274"/>
            <ac:spMk id="5" creationId="{4C3A2E58-4974-225E-CBF0-316ACB1E098B}"/>
          </ac:spMkLst>
        </pc:spChg>
        <pc:spChg chg="add del">
          <ac:chgData name="Ruhul Amin Sharif" userId="dff23b7321b8062c" providerId="Windows Live" clId="Web-{DF440D0C-31B3-3DBD-FB88-802775FEAA6B}" dt="2025-12-01T04:41:13.230" v="906"/>
          <ac:spMkLst>
            <pc:docMk/>
            <pc:sldMk cId="3638976626" sldId="274"/>
            <ac:spMk id="6" creationId="{ABA049D5-13FF-4855-B385-2958E7648ED6}"/>
          </ac:spMkLst>
        </pc:spChg>
        <pc:spChg chg="mod">
          <ac:chgData name="Ruhul Amin Sharif" userId="dff23b7321b8062c" providerId="Windows Live" clId="Web-{DF440D0C-31B3-3DBD-FB88-802775FEAA6B}" dt="2025-12-01T04:40:21.353" v="904" actId="20577"/>
          <ac:spMkLst>
            <pc:docMk/>
            <pc:sldMk cId="3638976626" sldId="274"/>
            <ac:spMk id="7" creationId="{9831B17F-02E5-24C5-BE35-231366A873C4}"/>
          </ac:spMkLst>
        </pc:spChg>
        <pc:spChg chg="mod">
          <ac:chgData name="Ruhul Amin Sharif" userId="dff23b7321b8062c" providerId="Windows Live" clId="Web-{DF440D0C-31B3-3DBD-FB88-802775FEAA6B}" dt="2025-12-01T04:37:09.010" v="863" actId="20577"/>
          <ac:spMkLst>
            <pc:docMk/>
            <pc:sldMk cId="3638976626" sldId="274"/>
            <ac:spMk id="8" creationId="{E14C070C-D850-E9CA-F5D0-DD943AC8BA00}"/>
          </ac:spMkLst>
        </pc:spChg>
        <pc:spChg chg="del">
          <ac:chgData name="Ruhul Amin Sharif" userId="dff23b7321b8062c" providerId="Windows Live" clId="Web-{DF440D0C-31B3-3DBD-FB88-802775FEAA6B}" dt="2025-12-01T04:41:42.232" v="909"/>
          <ac:spMkLst>
            <pc:docMk/>
            <pc:sldMk cId="3638976626" sldId="274"/>
            <ac:spMk id="10" creationId="{7BD41E22-061A-52E1-288C-9BBD0A16261C}"/>
          </ac:spMkLst>
        </pc:spChg>
        <pc:spChg chg="add del mod">
          <ac:chgData name="Ruhul Amin Sharif" userId="dff23b7321b8062c" providerId="Windows Live" clId="Web-{DF440D0C-31B3-3DBD-FB88-802775FEAA6B}" dt="2025-12-01T04:42:00.576" v="914"/>
          <ac:spMkLst>
            <pc:docMk/>
            <pc:sldMk cId="3638976626" sldId="274"/>
            <ac:spMk id="13" creationId="{19126842-628D-D271-9ED6-F3A197F8FFA1}"/>
          </ac:spMkLst>
        </pc:spChg>
        <pc:spChg chg="add del mod">
          <ac:chgData name="Ruhul Amin Sharif" userId="dff23b7321b8062c" providerId="Windows Live" clId="Web-{DF440D0C-31B3-3DBD-FB88-802775FEAA6B}" dt="2025-12-01T04:41:53.201" v="911"/>
          <ac:spMkLst>
            <pc:docMk/>
            <pc:sldMk cId="3638976626" sldId="274"/>
            <ac:spMk id="16" creationId="{9E638A98-A16F-B790-B909-D1171D22059E}"/>
          </ac:spMkLst>
        </pc:spChg>
        <pc:spChg chg="add del mod">
          <ac:chgData name="Ruhul Amin Sharif" userId="dff23b7321b8062c" providerId="Windows Live" clId="Web-{DF440D0C-31B3-3DBD-FB88-802775FEAA6B}" dt="2025-12-01T04:41:58.670" v="913"/>
          <ac:spMkLst>
            <pc:docMk/>
            <pc:sldMk cId="3638976626" sldId="274"/>
            <ac:spMk id="18" creationId="{4F1458FE-3D5D-988F-B572-2DEC5BAF6A07}"/>
          </ac:spMkLst>
        </pc:spChg>
        <pc:spChg chg="add del mod">
          <ac:chgData name="Ruhul Amin Sharif" userId="dff23b7321b8062c" providerId="Windows Live" clId="Web-{DF440D0C-31B3-3DBD-FB88-802775FEAA6B}" dt="2025-12-01T04:42:42.578" v="920"/>
          <ac:spMkLst>
            <pc:docMk/>
            <pc:sldMk cId="3638976626" sldId="274"/>
            <ac:spMk id="20" creationId="{198CF3D1-FBF9-27A7-66BB-B4D85529E68B}"/>
          </ac:spMkLst>
        </pc:spChg>
        <pc:spChg chg="mod">
          <ac:chgData name="Ruhul Amin Sharif" userId="dff23b7321b8062c" providerId="Windows Live" clId="Web-{DF440D0C-31B3-3DBD-FB88-802775FEAA6B}" dt="2025-12-01T05:16:39.877" v="1467" actId="20577"/>
          <ac:spMkLst>
            <pc:docMk/>
            <pc:sldMk cId="3638976626" sldId="274"/>
            <ac:spMk id="22" creationId="{9BE34AD3-2796-E5B2-0FC0-5F359299FDD1}"/>
          </ac:spMkLst>
        </pc:spChg>
        <pc:spChg chg="mod">
          <ac:chgData name="Ruhul Amin Sharif" userId="dff23b7321b8062c" providerId="Windows Live" clId="Web-{DF440D0C-31B3-3DBD-FB88-802775FEAA6B}" dt="2025-12-01T04:48:26.008" v="998" actId="20577"/>
          <ac:spMkLst>
            <pc:docMk/>
            <pc:sldMk cId="3638976626" sldId="274"/>
            <ac:spMk id="26" creationId="{303B1A5D-AD1D-6A0D-FF89-111942D99025}"/>
          </ac:spMkLst>
        </pc:spChg>
        <pc:spChg chg="mod">
          <ac:chgData name="Ruhul Amin Sharif" userId="dff23b7321b8062c" providerId="Windows Live" clId="Web-{DF440D0C-31B3-3DBD-FB88-802775FEAA6B}" dt="2025-12-01T04:52:59.762" v="1091" actId="20577"/>
          <ac:spMkLst>
            <pc:docMk/>
            <pc:sldMk cId="3638976626" sldId="274"/>
            <ac:spMk id="30" creationId="{1334F8E2-68DB-2841-442F-B575EE043F09}"/>
          </ac:spMkLst>
        </pc:spChg>
        <pc:spChg chg="mod">
          <ac:chgData name="Ruhul Amin Sharif" userId="dff23b7321b8062c" providerId="Windows Live" clId="Web-{DF440D0C-31B3-3DBD-FB88-802775FEAA6B}" dt="2025-12-01T04:52:31.792" v="1068" actId="20577"/>
          <ac:spMkLst>
            <pc:docMk/>
            <pc:sldMk cId="3638976626" sldId="274"/>
            <ac:spMk id="31" creationId="{F40CE940-9A3C-59A4-933F-7E9F92ED1C83}"/>
          </ac:spMkLst>
        </pc:spChg>
        <pc:spChg chg="mod">
          <ac:chgData name="Ruhul Amin Sharif" userId="dff23b7321b8062c" providerId="Windows Live" clId="Web-{DF440D0C-31B3-3DBD-FB88-802775FEAA6B}" dt="2025-12-01T05:17:51.520" v="1478" actId="20577"/>
          <ac:spMkLst>
            <pc:docMk/>
            <pc:sldMk cId="3638976626" sldId="274"/>
            <ac:spMk id="35" creationId="{B81B585C-285D-C14D-DF82-423BBC2945D6}"/>
          </ac:spMkLst>
        </pc:spChg>
        <pc:spChg chg="del topLvl">
          <ac:chgData name="Ruhul Amin Sharif" userId="dff23b7321b8062c" providerId="Windows Live" clId="Web-{DF440D0C-31B3-3DBD-FB88-802775FEAA6B}" dt="2025-12-01T04:46:45.397" v="973"/>
          <ac:spMkLst>
            <pc:docMk/>
            <pc:sldMk cId="3638976626" sldId="274"/>
            <ac:spMk id="38" creationId="{976129F2-F4BF-E7E2-F4DB-BC69427C95E4}"/>
          </ac:spMkLst>
        </pc:spChg>
        <pc:spChg chg="del topLvl">
          <ac:chgData name="Ruhul Amin Sharif" userId="dff23b7321b8062c" providerId="Windows Live" clId="Web-{DF440D0C-31B3-3DBD-FB88-802775FEAA6B}" dt="2025-12-01T04:46:39.928" v="972"/>
          <ac:spMkLst>
            <pc:docMk/>
            <pc:sldMk cId="3638976626" sldId="274"/>
            <ac:spMk id="39" creationId="{CD844E3E-5EB1-C6F3-85FD-F3F807044407}"/>
          </ac:spMkLst>
        </pc:spChg>
        <pc:spChg chg="mod">
          <ac:chgData name="Ruhul Amin Sharif" userId="dff23b7321b8062c" providerId="Windows Live" clId="Web-{DF440D0C-31B3-3DBD-FB88-802775FEAA6B}" dt="2025-12-01T04:47:11.334" v="989" actId="20577"/>
          <ac:spMkLst>
            <pc:docMk/>
            <pc:sldMk cId="3638976626" sldId="274"/>
            <ac:spMk id="47" creationId="{A820567E-69DE-29C3-A79A-140C1A9EA195}"/>
          </ac:spMkLst>
        </pc:spChg>
        <pc:spChg chg="add del">
          <ac:chgData name="Ruhul Amin Sharif" userId="dff23b7321b8062c" providerId="Windows Live" clId="Web-{DF440D0C-31B3-3DBD-FB88-802775FEAA6B}" dt="2025-12-01T04:48:01.382" v="993"/>
          <ac:spMkLst>
            <pc:docMk/>
            <pc:sldMk cId="3638976626" sldId="274"/>
            <ac:spMk id="54" creationId="{75127A1D-91F1-DE4E-342A-09847D1EC727}"/>
          </ac:spMkLst>
        </pc:spChg>
        <pc:spChg chg="del mod topLvl">
          <ac:chgData name="Ruhul Amin Sharif" userId="dff23b7321b8062c" providerId="Windows Live" clId="Web-{DF440D0C-31B3-3DBD-FB88-802775FEAA6B}" dt="2025-12-01T04:51:31.963" v="1056"/>
          <ac:spMkLst>
            <pc:docMk/>
            <pc:sldMk cId="3638976626" sldId="274"/>
            <ac:spMk id="56" creationId="{DBB1F4DF-CBB8-C1E9-0387-41562696F8F1}"/>
          </ac:spMkLst>
        </pc:spChg>
        <pc:spChg chg="del topLvl">
          <ac:chgData name="Ruhul Amin Sharif" userId="dff23b7321b8062c" providerId="Windows Live" clId="Web-{DF440D0C-31B3-3DBD-FB88-802775FEAA6B}" dt="2025-12-01T04:50:58.103" v="1051"/>
          <ac:spMkLst>
            <pc:docMk/>
            <pc:sldMk cId="3638976626" sldId="274"/>
            <ac:spMk id="57" creationId="{28EED663-76B2-2970-2321-EF690D78573A}"/>
          </ac:spMkLst>
        </pc:spChg>
        <pc:spChg chg="add del">
          <ac:chgData name="Ruhul Amin Sharif" userId="dff23b7321b8062c" providerId="Windows Live" clId="Web-{DF440D0C-31B3-3DBD-FB88-802775FEAA6B}" dt="2025-12-01T04:49:02.102" v="1021"/>
          <ac:spMkLst>
            <pc:docMk/>
            <pc:sldMk cId="3638976626" sldId="274"/>
            <ac:spMk id="59" creationId="{FB40DAF6-FF90-ED07-C7FF-CA1F4D06F9FC}"/>
          </ac:spMkLst>
        </pc:spChg>
        <pc:spChg chg="mod">
          <ac:chgData name="Ruhul Amin Sharif" userId="dff23b7321b8062c" providerId="Windows Live" clId="Web-{DF440D0C-31B3-3DBD-FB88-802775FEAA6B}" dt="2025-12-01T04:50:04.571" v="1036" actId="20577"/>
          <ac:spMkLst>
            <pc:docMk/>
            <pc:sldMk cId="3638976626" sldId="274"/>
            <ac:spMk id="61" creationId="{DCCD801A-8110-1E0B-F6DB-0C31CD2E8940}"/>
          </ac:spMkLst>
        </pc:spChg>
        <pc:spChg chg="mod">
          <ac:chgData name="Ruhul Amin Sharif" userId="dff23b7321b8062c" providerId="Windows Live" clId="Web-{DF440D0C-31B3-3DBD-FB88-802775FEAA6B}" dt="2025-12-01T04:52:17.011" v="1066" actId="20577"/>
          <ac:spMkLst>
            <pc:docMk/>
            <pc:sldMk cId="3638976626" sldId="274"/>
            <ac:spMk id="62" creationId="{A5B3E792-FD96-B568-D67A-7F32462176BF}"/>
          </ac:spMkLst>
        </pc:spChg>
        <pc:spChg chg="mod">
          <ac:chgData name="Ruhul Amin Sharif" userId="dff23b7321b8062c" providerId="Windows Live" clId="Web-{DF440D0C-31B3-3DBD-FB88-802775FEAA6B}" dt="2025-12-01T04:52:10.510" v="1064" actId="20577"/>
          <ac:spMkLst>
            <pc:docMk/>
            <pc:sldMk cId="3638976626" sldId="274"/>
            <ac:spMk id="64" creationId="{6010307B-8DCF-28B7-7189-62B868918A14}"/>
          </ac:spMkLst>
        </pc:spChg>
        <pc:spChg chg="mod">
          <ac:chgData name="Ruhul Amin Sharif" userId="dff23b7321b8062c" providerId="Windows Live" clId="Web-{DF440D0C-31B3-3DBD-FB88-802775FEAA6B}" dt="2025-12-01T04:52:05.807" v="1062" actId="20577"/>
          <ac:spMkLst>
            <pc:docMk/>
            <pc:sldMk cId="3638976626" sldId="274"/>
            <ac:spMk id="65" creationId="{33865383-C9CE-A031-5C34-BDD8E5ABF9BA}"/>
          </ac:spMkLst>
        </pc:spChg>
        <pc:spChg chg="mod">
          <ac:chgData name="Ruhul Amin Sharif" userId="dff23b7321b8062c" providerId="Windows Live" clId="Web-{DF440D0C-31B3-3DBD-FB88-802775FEAA6B}" dt="2025-12-01T05:02:38.623" v="1160" actId="20577"/>
          <ac:spMkLst>
            <pc:docMk/>
            <pc:sldMk cId="3638976626" sldId="274"/>
            <ac:spMk id="68" creationId="{6A1C05E0-491C-946D-048C-82B3A3E8766A}"/>
          </ac:spMkLst>
        </pc:spChg>
        <pc:spChg chg="mod">
          <ac:chgData name="Ruhul Amin Sharif" userId="dff23b7321b8062c" providerId="Windows Live" clId="Web-{DF440D0C-31B3-3DBD-FB88-802775FEAA6B}" dt="2025-12-01T05:03:40.593" v="1198" actId="20577"/>
          <ac:spMkLst>
            <pc:docMk/>
            <pc:sldMk cId="3638976626" sldId="274"/>
            <ac:spMk id="71" creationId="{1D3345A2-A556-7699-9259-6F7E6F84CDB3}"/>
          </ac:spMkLst>
        </pc:spChg>
        <pc:spChg chg="add mod">
          <ac:chgData name="Ruhul Amin Sharif" userId="dff23b7321b8062c" providerId="Windows Live" clId="Web-{DF440D0C-31B3-3DBD-FB88-802775FEAA6B}" dt="2025-12-01T05:06:36.362" v="1313" actId="1076"/>
          <ac:spMkLst>
            <pc:docMk/>
            <pc:sldMk cId="3638976626" sldId="274"/>
            <ac:spMk id="73" creationId="{453A2660-AFA8-8199-C6EC-69F02F429BBD}"/>
          </ac:spMkLst>
        </pc:spChg>
        <pc:spChg chg="mod">
          <ac:chgData name="Ruhul Amin Sharif" userId="dff23b7321b8062c" providerId="Windows Live" clId="Web-{DF440D0C-31B3-3DBD-FB88-802775FEAA6B}" dt="2025-12-01T05:13:54.323" v="1393" actId="20577"/>
          <ac:spMkLst>
            <pc:docMk/>
            <pc:sldMk cId="3638976626" sldId="274"/>
            <ac:spMk id="85" creationId="{6B501D8D-DE7D-6224-3083-6C08D79DCE02}"/>
          </ac:spMkLst>
        </pc:spChg>
        <pc:spChg chg="mod">
          <ac:chgData name="Ruhul Amin Sharif" userId="dff23b7321b8062c" providerId="Windows Live" clId="Web-{DF440D0C-31B3-3DBD-FB88-802775FEAA6B}" dt="2025-12-01T05:06:09.361" v="1307" actId="20577"/>
          <ac:spMkLst>
            <pc:docMk/>
            <pc:sldMk cId="3638976626" sldId="274"/>
            <ac:spMk id="97" creationId="{FC05E95E-8496-049E-AB6F-65726FD1E321}"/>
          </ac:spMkLst>
        </pc:spChg>
        <pc:grpChg chg="add mod">
          <ac:chgData name="Ruhul Amin Sharif" userId="dff23b7321b8062c" providerId="Windows Live" clId="Web-{DF440D0C-31B3-3DBD-FB88-802775FEAA6B}" dt="2025-12-01T04:54:00.034" v="1134" actId="1076"/>
          <ac:grpSpMkLst>
            <pc:docMk/>
            <pc:sldMk cId="3638976626" sldId="274"/>
            <ac:grpSpMk id="24" creationId="{6F0DCD92-F886-7D01-82D5-3DDCEBE7E620}"/>
          </ac:grpSpMkLst>
        </pc:grpChg>
        <pc:grpChg chg="add mod">
          <ac:chgData name="Ruhul Amin Sharif" userId="dff23b7321b8062c" providerId="Windows Live" clId="Web-{DF440D0C-31B3-3DBD-FB88-802775FEAA6B}" dt="2025-12-01T05:02:56.358" v="1164" actId="1076"/>
          <ac:grpSpMkLst>
            <pc:docMk/>
            <pc:sldMk cId="3638976626" sldId="274"/>
            <ac:grpSpMk id="28" creationId="{0F2C015F-E592-D01B-E760-4B04FD8BC2E6}"/>
          </ac:grpSpMkLst>
        </pc:grpChg>
        <pc:grpChg chg="add mod">
          <ac:chgData name="Ruhul Amin Sharif" userId="dff23b7321b8062c" providerId="Windows Live" clId="Web-{DF440D0C-31B3-3DBD-FB88-802775FEAA6B}" dt="2025-12-01T05:02:56.374" v="1165" actId="1076"/>
          <ac:grpSpMkLst>
            <pc:docMk/>
            <pc:sldMk cId="3638976626" sldId="274"/>
            <ac:grpSpMk id="32" creationId="{67A4228A-21DF-F2DE-69D7-055C292C26DB}"/>
          </ac:grpSpMkLst>
        </pc:grpChg>
        <pc:grpChg chg="add mod">
          <ac:chgData name="Ruhul Amin Sharif" userId="dff23b7321b8062c" providerId="Windows Live" clId="Web-{DF440D0C-31B3-3DBD-FB88-802775FEAA6B}" dt="2025-12-01T04:54:18.036" v="1136" actId="1076"/>
          <ac:grpSpMkLst>
            <pc:docMk/>
            <pc:sldMk cId="3638976626" sldId="274"/>
            <ac:grpSpMk id="36" creationId="{E072F1CD-BB1D-C651-FCA9-8D687A00B4C7}"/>
          </ac:grpSpMkLst>
        </pc:grpChg>
        <pc:grpChg chg="add del mod">
          <ac:chgData name="Ruhul Amin Sharif" userId="dff23b7321b8062c" providerId="Windows Live" clId="Web-{DF440D0C-31B3-3DBD-FB88-802775FEAA6B}" dt="2025-12-01T04:46:39.928" v="972"/>
          <ac:grpSpMkLst>
            <pc:docMk/>
            <pc:sldMk cId="3638976626" sldId="274"/>
            <ac:grpSpMk id="40" creationId="{73C00F63-F19A-9AEA-1BB4-57C7E43123E0}"/>
          </ac:grpSpMkLst>
        </pc:grpChg>
        <pc:grpChg chg="add del mod">
          <ac:chgData name="Ruhul Amin Sharif" userId="dff23b7321b8062c" providerId="Windows Live" clId="Web-{DF440D0C-31B3-3DBD-FB88-802775FEAA6B}" dt="2025-12-01T04:52:41.901" v="1070"/>
          <ac:grpSpMkLst>
            <pc:docMk/>
            <pc:sldMk cId="3638976626" sldId="274"/>
            <ac:grpSpMk id="44" creationId="{0FDDD5DC-3B78-95FC-E75F-68553397BDA0}"/>
          </ac:grpSpMkLst>
        </pc:grpChg>
        <pc:grpChg chg="add del mod">
          <ac:chgData name="Ruhul Amin Sharif" userId="dff23b7321b8062c" providerId="Windows Live" clId="Web-{DF440D0C-31B3-3DBD-FB88-802775FEAA6B}" dt="2025-12-01T04:47:11.741" v="990"/>
          <ac:grpSpMkLst>
            <pc:docMk/>
            <pc:sldMk cId="3638976626" sldId="274"/>
            <ac:grpSpMk id="48" creationId="{46AA4764-7011-729E-2E21-A90C1E10EE53}"/>
          </ac:grpSpMkLst>
        </pc:grpChg>
        <pc:grpChg chg="add del mod">
          <ac:chgData name="Ruhul Amin Sharif" userId="dff23b7321b8062c" providerId="Windows Live" clId="Web-{DF440D0C-31B3-3DBD-FB88-802775FEAA6B}" dt="2025-12-01T04:47:15.491" v="991"/>
          <ac:grpSpMkLst>
            <pc:docMk/>
            <pc:sldMk cId="3638976626" sldId="274"/>
            <ac:grpSpMk id="52" creationId="{405AEA6A-D9E8-9C13-6ED7-0B4A36AC1B0C}"/>
          </ac:grpSpMkLst>
        </pc:grpChg>
        <pc:grpChg chg="add del mod">
          <ac:chgData name="Ruhul Amin Sharif" userId="dff23b7321b8062c" providerId="Windows Live" clId="Web-{DF440D0C-31B3-3DBD-FB88-802775FEAA6B}" dt="2025-12-01T04:50:58.103" v="1051"/>
          <ac:grpSpMkLst>
            <pc:docMk/>
            <pc:sldMk cId="3638976626" sldId="274"/>
            <ac:grpSpMk id="55" creationId="{E894C197-E95D-EFCD-83E0-A631A3EEFC88}"/>
          </ac:grpSpMkLst>
        </pc:grpChg>
        <pc:grpChg chg="add mod">
          <ac:chgData name="Ruhul Amin Sharif" userId="dff23b7321b8062c" providerId="Windows Live" clId="Web-{DF440D0C-31B3-3DBD-FB88-802775FEAA6B}" dt="2025-12-01T05:02:56.389" v="1166" actId="1076"/>
          <ac:grpSpMkLst>
            <pc:docMk/>
            <pc:sldMk cId="3638976626" sldId="274"/>
            <ac:grpSpMk id="60" creationId="{8D65C8AB-2706-8294-0C62-0C771C57A2E7}"/>
          </ac:grpSpMkLst>
        </pc:grpChg>
        <pc:grpChg chg="add mod">
          <ac:chgData name="Ruhul Amin Sharif" userId="dff23b7321b8062c" providerId="Windows Live" clId="Web-{DF440D0C-31B3-3DBD-FB88-802775FEAA6B}" dt="2025-12-01T05:02:56.405" v="1167" actId="1076"/>
          <ac:grpSpMkLst>
            <pc:docMk/>
            <pc:sldMk cId="3638976626" sldId="274"/>
            <ac:grpSpMk id="63" creationId="{82639D6C-79A8-EDE6-0D1C-3871204D3E8D}"/>
          </ac:grpSpMkLst>
        </pc:grpChg>
        <pc:grpChg chg="add mod">
          <ac:chgData name="Ruhul Amin Sharif" userId="dff23b7321b8062c" providerId="Windows Live" clId="Web-{DF440D0C-31B3-3DBD-FB88-802775FEAA6B}" dt="2025-12-01T05:02:56.421" v="1168" actId="1076"/>
          <ac:grpSpMkLst>
            <pc:docMk/>
            <pc:sldMk cId="3638976626" sldId="274"/>
            <ac:grpSpMk id="66" creationId="{580BCC32-BAD6-7A8E-A727-EE02A969379C}"/>
          </ac:grpSpMkLst>
        </pc:grpChg>
        <pc:grpChg chg="add mod">
          <ac:chgData name="Ruhul Amin Sharif" userId="dff23b7321b8062c" providerId="Windows Live" clId="Web-{DF440D0C-31B3-3DBD-FB88-802775FEAA6B}" dt="2025-12-01T05:03:21.155" v="1171" actId="1076"/>
          <ac:grpSpMkLst>
            <pc:docMk/>
            <pc:sldMk cId="3638976626" sldId="274"/>
            <ac:grpSpMk id="69" creationId="{66EB2A91-B989-01DF-404D-8DB9834DD6B0}"/>
          </ac:grpSpMkLst>
        </pc:grpChg>
        <pc:grpChg chg="add del mod">
          <ac:chgData name="Ruhul Amin Sharif" userId="dff23b7321b8062c" providerId="Windows Live" clId="Web-{DF440D0C-31B3-3DBD-FB88-802775FEAA6B}" dt="2025-12-01T05:04:49.407" v="1264"/>
          <ac:grpSpMkLst>
            <pc:docMk/>
            <pc:sldMk cId="3638976626" sldId="274"/>
            <ac:grpSpMk id="74" creationId="{A254E34F-85E2-169B-26D1-108436F58437}"/>
          </ac:grpSpMkLst>
        </pc:grpChg>
        <pc:grpChg chg="add del mod">
          <ac:chgData name="Ruhul Amin Sharif" userId="dff23b7321b8062c" providerId="Windows Live" clId="Web-{DF440D0C-31B3-3DBD-FB88-802775FEAA6B}" dt="2025-12-01T05:05:11.736" v="1275"/>
          <ac:grpSpMkLst>
            <pc:docMk/>
            <pc:sldMk cId="3638976626" sldId="274"/>
            <ac:grpSpMk id="77" creationId="{A0D38DC8-D66E-B190-223C-9A1BCA36CAD7}"/>
          </ac:grpSpMkLst>
        </pc:grpChg>
        <pc:grpChg chg="add del mod">
          <ac:chgData name="Ruhul Amin Sharif" userId="dff23b7321b8062c" providerId="Windows Live" clId="Web-{DF440D0C-31B3-3DBD-FB88-802775FEAA6B}" dt="2025-12-01T05:05:11.736" v="1274"/>
          <ac:grpSpMkLst>
            <pc:docMk/>
            <pc:sldMk cId="3638976626" sldId="274"/>
            <ac:grpSpMk id="80" creationId="{00B33374-6B24-C206-79B7-AA19E00A4842}"/>
          </ac:grpSpMkLst>
        </pc:grpChg>
        <pc:grpChg chg="add mod">
          <ac:chgData name="Ruhul Amin Sharif" userId="dff23b7321b8062c" providerId="Windows Live" clId="Web-{DF440D0C-31B3-3DBD-FB88-802775FEAA6B}" dt="2025-12-01T05:06:36.377" v="1314" actId="1076"/>
          <ac:grpSpMkLst>
            <pc:docMk/>
            <pc:sldMk cId="3638976626" sldId="274"/>
            <ac:grpSpMk id="83" creationId="{8BCAC6B5-E7D9-38A1-1AF6-8F73D8A193AB}"/>
          </ac:grpSpMkLst>
        </pc:grpChg>
        <pc:grpChg chg="add del mod">
          <ac:chgData name="Ruhul Amin Sharif" userId="dff23b7321b8062c" providerId="Windows Live" clId="Web-{DF440D0C-31B3-3DBD-FB88-802775FEAA6B}" dt="2025-12-01T05:05:11.736" v="1273"/>
          <ac:grpSpMkLst>
            <pc:docMk/>
            <pc:sldMk cId="3638976626" sldId="274"/>
            <ac:grpSpMk id="86" creationId="{72CA2780-94CE-5A4C-DF15-6CBCB87FB353}"/>
          </ac:grpSpMkLst>
        </pc:grpChg>
        <pc:grpChg chg="add del mod">
          <ac:chgData name="Ruhul Amin Sharif" userId="dff23b7321b8062c" providerId="Windows Live" clId="Web-{DF440D0C-31B3-3DBD-FB88-802775FEAA6B}" dt="2025-12-01T05:05:11.736" v="1272"/>
          <ac:grpSpMkLst>
            <pc:docMk/>
            <pc:sldMk cId="3638976626" sldId="274"/>
            <ac:grpSpMk id="89" creationId="{1B58F24E-46A4-3D86-55B9-7D7ECC6ECD49}"/>
          </ac:grpSpMkLst>
        </pc:grpChg>
        <pc:grpChg chg="add del mod">
          <ac:chgData name="Ruhul Amin Sharif" userId="dff23b7321b8062c" providerId="Windows Live" clId="Web-{DF440D0C-31B3-3DBD-FB88-802775FEAA6B}" dt="2025-12-01T05:05:11.736" v="1271"/>
          <ac:grpSpMkLst>
            <pc:docMk/>
            <pc:sldMk cId="3638976626" sldId="274"/>
            <ac:grpSpMk id="92" creationId="{0D35E578-558F-003D-F721-3C33B64B9805}"/>
          </ac:grpSpMkLst>
        </pc:grpChg>
        <pc:grpChg chg="add mod">
          <ac:chgData name="Ruhul Amin Sharif" userId="dff23b7321b8062c" providerId="Windows Live" clId="Web-{DF440D0C-31B3-3DBD-FB88-802775FEAA6B}" dt="2025-12-01T05:06:36.393" v="1315" actId="1076"/>
          <ac:grpSpMkLst>
            <pc:docMk/>
            <pc:sldMk cId="3638976626" sldId="274"/>
            <ac:grpSpMk id="95" creationId="{BE8F0284-DEF0-8A1E-DA06-26C6F8EFD57A}"/>
          </ac:grpSpMkLst>
        </pc:grpChg>
      </pc:sldChg>
      <pc:sldChg chg="modSp add replId">
        <pc:chgData name="Ruhul Amin Sharif" userId="dff23b7321b8062c" providerId="Windows Live" clId="Web-{DF440D0C-31B3-3DBD-FB88-802775FEAA6B}" dt="2025-12-01T05:18:27.553" v="1494" actId="20577"/>
        <pc:sldMkLst>
          <pc:docMk/>
          <pc:sldMk cId="847884223" sldId="275"/>
        </pc:sldMkLst>
        <pc:spChg chg="mod">
          <ac:chgData name="Ruhul Amin Sharif" userId="dff23b7321b8062c" providerId="Windows Live" clId="Web-{DF440D0C-31B3-3DBD-FB88-802775FEAA6B}" dt="2025-12-01T05:18:13.740" v="1486" actId="20577"/>
          <ac:spMkLst>
            <pc:docMk/>
            <pc:sldMk cId="847884223" sldId="275"/>
            <ac:spMk id="22" creationId="{BC272FC2-A03E-846B-699D-0EE791ABF563}"/>
          </ac:spMkLst>
        </pc:spChg>
        <pc:spChg chg="mod">
          <ac:chgData name="Ruhul Amin Sharif" userId="dff23b7321b8062c" providerId="Windows Live" clId="Web-{DF440D0C-31B3-3DBD-FB88-802775FEAA6B}" dt="2025-12-01T05:18:27.553" v="1494" actId="20577"/>
          <ac:spMkLst>
            <pc:docMk/>
            <pc:sldMk cId="847884223" sldId="275"/>
            <ac:spMk id="35" creationId="{E7C023E0-8604-1B70-0C72-9380939ECD54}"/>
          </ac:spMkLst>
        </pc:spChg>
        <pc:spChg chg="mod">
          <ac:chgData name="Ruhul Amin Sharif" userId="dff23b7321b8062c" providerId="Windows Live" clId="Web-{DF440D0C-31B3-3DBD-FB88-802775FEAA6B}" dt="2025-12-01T05:10:50.073" v="1369" actId="20577"/>
          <ac:spMkLst>
            <pc:docMk/>
            <pc:sldMk cId="847884223" sldId="275"/>
            <ac:spMk id="61" creationId="{28D6679B-2977-028D-E100-00CE3AF6C47E}"/>
          </ac:spMkLst>
        </pc:spChg>
        <pc:spChg chg="mod">
          <ac:chgData name="Ruhul Amin Sharif" userId="dff23b7321b8062c" providerId="Windows Live" clId="Web-{DF440D0C-31B3-3DBD-FB88-802775FEAA6B}" dt="2025-12-01T05:13:31.962" v="1391" actId="20577"/>
          <ac:spMkLst>
            <pc:docMk/>
            <pc:sldMk cId="847884223" sldId="275"/>
            <ac:spMk id="85" creationId="{4A587A50-FB0F-067C-4624-9BE39009FD23}"/>
          </ac:spMkLst>
        </pc:spChg>
        <pc:grpChg chg="mod">
          <ac:chgData name="Ruhul Amin Sharif" userId="dff23b7321b8062c" providerId="Windows Live" clId="Web-{DF440D0C-31B3-3DBD-FB88-802775FEAA6B}" dt="2025-12-01T05:11:14.435" v="1378" actId="1076"/>
          <ac:grpSpMkLst>
            <pc:docMk/>
            <pc:sldMk cId="847884223" sldId="275"/>
            <ac:grpSpMk id="24" creationId="{5D5272FA-B75B-7A7D-8333-EDF59A1411B0}"/>
          </ac:grpSpMkLst>
        </pc:grpChg>
        <pc:grpChg chg="mod">
          <ac:chgData name="Ruhul Amin Sharif" userId="dff23b7321b8062c" providerId="Windows Live" clId="Web-{DF440D0C-31B3-3DBD-FB88-802775FEAA6B}" dt="2025-12-01T05:11:14.451" v="1379" actId="1076"/>
          <ac:grpSpMkLst>
            <pc:docMk/>
            <pc:sldMk cId="847884223" sldId="275"/>
            <ac:grpSpMk id="28" creationId="{E66FB41A-E8C0-B38F-218C-A2863E99EC13}"/>
          </ac:grpSpMkLst>
        </pc:grpChg>
        <pc:grpChg chg="mod">
          <ac:chgData name="Ruhul Amin Sharif" userId="dff23b7321b8062c" providerId="Windows Live" clId="Web-{DF440D0C-31B3-3DBD-FB88-802775FEAA6B}" dt="2025-12-01T05:11:14.467" v="1380" actId="1076"/>
          <ac:grpSpMkLst>
            <pc:docMk/>
            <pc:sldMk cId="847884223" sldId="275"/>
            <ac:grpSpMk id="32" creationId="{CEDE88DB-4D39-B27F-51BC-CF2C04CEA3FC}"/>
          </ac:grpSpMkLst>
        </pc:grpChg>
        <pc:grpChg chg="mod">
          <ac:chgData name="Ruhul Amin Sharif" userId="dff23b7321b8062c" providerId="Windows Live" clId="Web-{DF440D0C-31B3-3DBD-FB88-802775FEAA6B}" dt="2025-12-01T05:11:14.482" v="1381" actId="1076"/>
          <ac:grpSpMkLst>
            <pc:docMk/>
            <pc:sldMk cId="847884223" sldId="275"/>
            <ac:grpSpMk id="36" creationId="{03FF9834-467E-ECAE-9EE9-464F2A7C0F15}"/>
          </ac:grpSpMkLst>
        </pc:grpChg>
        <pc:grpChg chg="mod">
          <ac:chgData name="Ruhul Amin Sharif" userId="dff23b7321b8062c" providerId="Windows Live" clId="Web-{DF440D0C-31B3-3DBD-FB88-802775FEAA6B}" dt="2025-12-01T05:11:14.514" v="1382" actId="1076"/>
          <ac:grpSpMkLst>
            <pc:docMk/>
            <pc:sldMk cId="847884223" sldId="275"/>
            <ac:grpSpMk id="60" creationId="{F041CFCB-46DF-3FA4-26E8-6A2C9F462795}"/>
          </ac:grpSpMkLst>
        </pc:grpChg>
        <pc:grpChg chg="mod">
          <ac:chgData name="Ruhul Amin Sharif" userId="dff23b7321b8062c" providerId="Windows Live" clId="Web-{DF440D0C-31B3-3DBD-FB88-802775FEAA6B}" dt="2025-12-01T05:11:14.529" v="1383" actId="1076"/>
          <ac:grpSpMkLst>
            <pc:docMk/>
            <pc:sldMk cId="847884223" sldId="275"/>
            <ac:grpSpMk id="63" creationId="{EE089468-28AC-C45B-9BF5-E5AE8556008E}"/>
          </ac:grpSpMkLst>
        </pc:grpChg>
        <pc:grpChg chg="mod">
          <ac:chgData name="Ruhul Amin Sharif" userId="dff23b7321b8062c" providerId="Windows Live" clId="Web-{DF440D0C-31B3-3DBD-FB88-802775FEAA6B}" dt="2025-12-01T05:11:14.545" v="1384" actId="1076"/>
          <ac:grpSpMkLst>
            <pc:docMk/>
            <pc:sldMk cId="847884223" sldId="275"/>
            <ac:grpSpMk id="66" creationId="{CF42ADE1-9A0C-837D-7066-5E9967893A42}"/>
          </ac:grpSpMkLst>
        </pc:grpChg>
        <pc:grpChg chg="mod">
          <ac:chgData name="Ruhul Amin Sharif" userId="dff23b7321b8062c" providerId="Windows Live" clId="Web-{DF440D0C-31B3-3DBD-FB88-802775FEAA6B}" dt="2025-12-01T05:11:14.576" v="1385" actId="1076"/>
          <ac:grpSpMkLst>
            <pc:docMk/>
            <pc:sldMk cId="847884223" sldId="275"/>
            <ac:grpSpMk id="69" creationId="{D0F13D36-CE3A-E395-CECE-FA06B2C8E21B}"/>
          </ac:grpSpMkLst>
        </pc:grpChg>
      </pc:sldChg>
      <pc:sldChg chg="addSp delSp modSp add replId">
        <pc:chgData name="Ruhul Amin Sharif" userId="dff23b7321b8062c" providerId="Windows Live" clId="Web-{DF440D0C-31B3-3DBD-FB88-802775FEAA6B}" dt="2025-12-01T08:02:55.375" v="1807" actId="1076"/>
        <pc:sldMkLst>
          <pc:docMk/>
          <pc:sldMk cId="3390191482" sldId="276"/>
        </pc:sldMkLst>
        <pc:spChg chg="add del mod">
          <ac:chgData name="Ruhul Amin Sharif" userId="dff23b7321b8062c" providerId="Windows Live" clId="Web-{DF440D0C-31B3-3DBD-FB88-802775FEAA6B}" dt="2025-12-01T06:32:33.547" v="1568"/>
          <ac:spMkLst>
            <pc:docMk/>
            <pc:sldMk cId="3390191482" sldId="276"/>
            <ac:spMk id="2" creationId="{758D83C1-A549-814F-BC73-425EBE48D70A}"/>
          </ac:spMkLst>
        </pc:spChg>
        <pc:spChg chg="add del mod">
          <ac:chgData name="Ruhul Amin Sharif" userId="dff23b7321b8062c" providerId="Windows Live" clId="Web-{DF440D0C-31B3-3DBD-FB88-802775FEAA6B}" dt="2025-12-01T06:46:59.706" v="1582" actId="1076"/>
          <ac:spMkLst>
            <pc:docMk/>
            <pc:sldMk cId="3390191482" sldId="276"/>
            <ac:spMk id="4" creationId="{E873E985-B3C9-215E-6F27-8D19824931C2}"/>
          </ac:spMkLst>
        </pc:spChg>
        <pc:spChg chg="add mod">
          <ac:chgData name="Ruhul Amin Sharif" userId="dff23b7321b8062c" providerId="Windows Live" clId="Web-{DF440D0C-31B3-3DBD-FB88-802775FEAA6B}" dt="2025-12-01T08:02:55.375" v="1807" actId="1076"/>
          <ac:spMkLst>
            <pc:docMk/>
            <pc:sldMk cId="3390191482" sldId="276"/>
            <ac:spMk id="5" creationId="{547A1491-E41A-37C8-F1F3-8A30F36FA6BD}"/>
          </ac:spMkLst>
        </pc:spChg>
        <pc:spChg chg="mod">
          <ac:chgData name="Ruhul Amin Sharif" userId="dff23b7321b8062c" providerId="Windows Live" clId="Web-{DF440D0C-31B3-3DBD-FB88-802775FEAA6B}" dt="2025-12-01T06:24:56.571" v="1524" actId="20577"/>
          <ac:spMkLst>
            <pc:docMk/>
            <pc:sldMk cId="3390191482" sldId="276"/>
            <ac:spMk id="7" creationId="{DE2EDC56-6E4D-8DA1-171D-817700CC622E}"/>
          </ac:spMkLst>
        </pc:spChg>
        <pc:spChg chg="mod">
          <ac:chgData name="Ruhul Amin Sharif" userId="dff23b7321b8062c" providerId="Windows Live" clId="Web-{DF440D0C-31B3-3DBD-FB88-802775FEAA6B}" dt="2025-12-01T07:14:21.117" v="1610" actId="1076"/>
          <ac:spMkLst>
            <pc:docMk/>
            <pc:sldMk cId="3390191482" sldId="276"/>
            <ac:spMk id="8" creationId="{8C0F5032-973B-135B-FA2A-6A78B779AFD3}"/>
          </ac:spMkLst>
        </pc:spChg>
        <pc:spChg chg="add del mod">
          <ac:chgData name="Ruhul Amin Sharif" userId="dff23b7321b8062c" providerId="Windows Live" clId="Web-{DF440D0C-31B3-3DBD-FB88-802775FEAA6B}" dt="2025-12-01T07:18:49.552" v="1619"/>
          <ac:spMkLst>
            <pc:docMk/>
            <pc:sldMk cId="3390191482" sldId="276"/>
            <ac:spMk id="10" creationId="{2C50E451-4DC4-1F3B-BB1D-5E10DBE01BC4}"/>
          </ac:spMkLst>
        </pc:spChg>
        <pc:spChg chg="mod">
          <ac:chgData name="Ruhul Amin Sharif" userId="dff23b7321b8062c" providerId="Windows Live" clId="Web-{DF440D0C-31B3-3DBD-FB88-802775FEAA6B}" dt="2025-12-01T08:01:03.279" v="1739" actId="1076"/>
          <ac:spMkLst>
            <pc:docMk/>
            <pc:sldMk cId="3390191482" sldId="276"/>
            <ac:spMk id="12" creationId="{43014294-07EE-A61C-E5FD-202DCC128990}"/>
          </ac:spMkLst>
        </pc:spChg>
        <pc:spChg chg="mod">
          <ac:chgData name="Ruhul Amin Sharif" userId="dff23b7321b8062c" providerId="Windows Live" clId="Web-{DF440D0C-31B3-3DBD-FB88-802775FEAA6B}" dt="2025-12-01T07:19:56.195" v="1656" actId="14100"/>
          <ac:spMkLst>
            <pc:docMk/>
            <pc:sldMk cId="3390191482" sldId="276"/>
            <ac:spMk id="14" creationId="{FFFD66EA-EE41-118F-CA50-A3D373EE0318}"/>
          </ac:spMkLst>
        </pc:spChg>
        <pc:spChg chg="add mod">
          <ac:chgData name="Ruhul Amin Sharif" userId="dff23b7321b8062c" providerId="Windows Live" clId="Web-{DF440D0C-31B3-3DBD-FB88-802775FEAA6B}" dt="2025-12-01T08:01:30.967" v="1757" actId="1076"/>
          <ac:spMkLst>
            <pc:docMk/>
            <pc:sldMk cId="3390191482" sldId="276"/>
            <ac:spMk id="16" creationId="{6E0A08C9-0F92-45FE-45A8-8A0A4E97209A}"/>
          </ac:spMkLst>
        </pc:spChg>
        <pc:spChg chg="add mod">
          <ac:chgData name="Ruhul Amin Sharif" userId="dff23b7321b8062c" providerId="Windows Live" clId="Web-{DF440D0C-31B3-3DBD-FB88-802775FEAA6B}" dt="2025-12-01T08:02:45.406" v="1806" actId="20577"/>
          <ac:spMkLst>
            <pc:docMk/>
            <pc:sldMk cId="3390191482" sldId="276"/>
            <ac:spMk id="17" creationId="{D3C93850-DD0F-8932-6C92-AEB5A1F816D1}"/>
          </ac:spMkLst>
        </pc:spChg>
        <pc:spChg chg="mod">
          <ac:chgData name="Ruhul Amin Sharif" userId="dff23b7321b8062c" providerId="Windows Live" clId="Web-{DF440D0C-31B3-3DBD-FB88-802775FEAA6B}" dt="2025-12-01T06:27:21.121" v="1537" actId="20577"/>
          <ac:spMkLst>
            <pc:docMk/>
            <pc:sldMk cId="3390191482" sldId="276"/>
            <ac:spMk id="22" creationId="{AFA76A09-852C-1AC9-C150-092501A88079}"/>
          </ac:spMkLst>
        </pc:spChg>
        <pc:spChg chg="mod">
          <ac:chgData name="Ruhul Amin Sharif" userId="dff23b7321b8062c" providerId="Windows Live" clId="Web-{DF440D0C-31B3-3DBD-FB88-802775FEAA6B}" dt="2025-12-01T06:30:08.796" v="1552" actId="20577"/>
          <ac:spMkLst>
            <pc:docMk/>
            <pc:sldMk cId="3390191482" sldId="276"/>
            <ac:spMk id="35" creationId="{0CC3D402-4210-9874-FF42-25A196DB4F2C}"/>
          </ac:spMkLst>
        </pc:spChg>
        <pc:spChg chg="del topLvl">
          <ac:chgData name="Ruhul Amin Sharif" userId="dff23b7321b8062c" providerId="Windows Live" clId="Web-{DF440D0C-31B3-3DBD-FB88-802775FEAA6B}" dt="2025-12-01T06:35:46.759" v="1575"/>
          <ac:spMkLst>
            <pc:docMk/>
            <pc:sldMk cId="3390191482" sldId="276"/>
            <ac:spMk id="70" creationId="{B8889363-5C4C-6698-6299-472C930FAF71}"/>
          </ac:spMkLst>
        </pc:spChg>
        <pc:spChg chg="del topLvl">
          <ac:chgData name="Ruhul Amin Sharif" userId="dff23b7321b8062c" providerId="Windows Live" clId="Web-{DF440D0C-31B3-3DBD-FB88-802775FEAA6B}" dt="2025-12-01T06:35:36.195" v="1574"/>
          <ac:spMkLst>
            <pc:docMk/>
            <pc:sldMk cId="3390191482" sldId="276"/>
            <ac:spMk id="71" creationId="{E1A73A38-62BB-AE07-ABC0-DF5D1BC6C95B}"/>
          </ac:spMkLst>
        </pc:spChg>
        <pc:spChg chg="del">
          <ac:chgData name="Ruhul Amin Sharif" userId="dff23b7321b8062c" providerId="Windows Live" clId="Web-{DF440D0C-31B3-3DBD-FB88-802775FEAA6B}" dt="2025-12-01T06:30:12.952" v="1555"/>
          <ac:spMkLst>
            <pc:docMk/>
            <pc:sldMk cId="3390191482" sldId="276"/>
            <ac:spMk id="73" creationId="{5228969C-50D0-6403-13E0-8A20E32C6C94}"/>
          </ac:spMkLst>
        </pc:spChg>
        <pc:grpChg chg="add del mod">
          <ac:chgData name="Ruhul Amin Sharif" userId="dff23b7321b8062c" providerId="Windows Live" clId="Web-{DF440D0C-31B3-3DBD-FB88-802775FEAA6B}" dt="2025-12-01T07:19:22.819" v="1629" actId="1076"/>
          <ac:grpSpMkLst>
            <pc:docMk/>
            <pc:sldMk cId="3390191482" sldId="276"/>
            <ac:grpSpMk id="11" creationId="{5A13E184-506B-6FAC-6D45-A0647F3519D9}"/>
          </ac:grpSpMkLst>
        </pc:grpChg>
        <pc:grpChg chg="del">
          <ac:chgData name="Ruhul Amin Sharif" userId="dff23b7321b8062c" providerId="Windows Live" clId="Web-{DF440D0C-31B3-3DBD-FB88-802775FEAA6B}" dt="2025-12-01T06:35:29.273" v="1573"/>
          <ac:grpSpMkLst>
            <pc:docMk/>
            <pc:sldMk cId="3390191482" sldId="276"/>
            <ac:grpSpMk id="28" creationId="{4DC83010-CD36-779B-5236-02F5657D8D3C}"/>
          </ac:grpSpMkLst>
        </pc:grpChg>
        <pc:grpChg chg="del">
          <ac:chgData name="Ruhul Amin Sharif" userId="dff23b7321b8062c" providerId="Windows Live" clId="Web-{DF440D0C-31B3-3DBD-FB88-802775FEAA6B}" dt="2025-12-01T06:35:29.273" v="1572"/>
          <ac:grpSpMkLst>
            <pc:docMk/>
            <pc:sldMk cId="3390191482" sldId="276"/>
            <ac:grpSpMk id="32" creationId="{16AE7F1A-56A0-FAF0-95CE-F05B872734A9}"/>
          </ac:grpSpMkLst>
        </pc:grpChg>
        <pc:grpChg chg="del">
          <ac:chgData name="Ruhul Amin Sharif" userId="dff23b7321b8062c" providerId="Windows Live" clId="Web-{DF440D0C-31B3-3DBD-FB88-802775FEAA6B}" dt="2025-12-01T06:35:29.273" v="1571"/>
          <ac:grpSpMkLst>
            <pc:docMk/>
            <pc:sldMk cId="3390191482" sldId="276"/>
            <ac:grpSpMk id="60" creationId="{3ABB3DB5-A60B-3495-143F-3C6914998834}"/>
          </ac:grpSpMkLst>
        </pc:grpChg>
        <pc:grpChg chg="del">
          <ac:chgData name="Ruhul Amin Sharif" userId="dff23b7321b8062c" providerId="Windows Live" clId="Web-{DF440D0C-31B3-3DBD-FB88-802775FEAA6B}" dt="2025-12-01T06:35:29.273" v="1570"/>
          <ac:grpSpMkLst>
            <pc:docMk/>
            <pc:sldMk cId="3390191482" sldId="276"/>
            <ac:grpSpMk id="63" creationId="{385F7E68-55E5-E04A-349F-EAC06606D2B3}"/>
          </ac:grpSpMkLst>
        </pc:grpChg>
        <pc:grpChg chg="del">
          <ac:chgData name="Ruhul Amin Sharif" userId="dff23b7321b8062c" providerId="Windows Live" clId="Web-{DF440D0C-31B3-3DBD-FB88-802775FEAA6B}" dt="2025-12-01T06:35:29.273" v="1569"/>
          <ac:grpSpMkLst>
            <pc:docMk/>
            <pc:sldMk cId="3390191482" sldId="276"/>
            <ac:grpSpMk id="66" creationId="{1F706E51-CBD1-6400-9617-6ED85657FFBC}"/>
          </ac:grpSpMkLst>
        </pc:grpChg>
        <pc:grpChg chg="del">
          <ac:chgData name="Ruhul Amin Sharif" userId="dff23b7321b8062c" providerId="Windows Live" clId="Web-{DF440D0C-31B3-3DBD-FB88-802775FEAA6B}" dt="2025-12-01T06:35:36.195" v="1574"/>
          <ac:grpSpMkLst>
            <pc:docMk/>
            <pc:sldMk cId="3390191482" sldId="276"/>
            <ac:grpSpMk id="69" creationId="{E9811C43-9EAD-D091-7D71-A3C103C256DE}"/>
          </ac:grpSpMkLst>
        </pc:grpChg>
        <pc:grpChg chg="del">
          <ac:chgData name="Ruhul Amin Sharif" userId="dff23b7321b8062c" providerId="Windows Live" clId="Web-{DF440D0C-31B3-3DBD-FB88-802775FEAA6B}" dt="2025-12-01T06:30:12.952" v="1554"/>
          <ac:grpSpMkLst>
            <pc:docMk/>
            <pc:sldMk cId="3390191482" sldId="276"/>
            <ac:grpSpMk id="83" creationId="{712818E0-DFA0-3276-0A97-0DA5153D0F88}"/>
          </ac:grpSpMkLst>
        </pc:grpChg>
        <pc:grpChg chg="del">
          <ac:chgData name="Ruhul Amin Sharif" userId="dff23b7321b8062c" providerId="Windows Live" clId="Web-{DF440D0C-31B3-3DBD-FB88-802775FEAA6B}" dt="2025-12-01T06:30:12.952" v="1553"/>
          <ac:grpSpMkLst>
            <pc:docMk/>
            <pc:sldMk cId="3390191482" sldId="276"/>
            <ac:grpSpMk id="95" creationId="{F794556B-B320-DA37-3FDA-465E43FD0418}"/>
          </ac:grpSpMkLst>
        </pc:grpChg>
        <pc:picChg chg="add mod">
          <ac:chgData name="Ruhul Amin Sharif" userId="dff23b7321b8062c" providerId="Windows Live" clId="Web-{DF440D0C-31B3-3DBD-FB88-802775FEAA6B}" dt="2025-12-01T07:19:03.803" v="1623" actId="1076"/>
          <ac:picMkLst>
            <pc:docMk/>
            <pc:sldMk cId="3390191482" sldId="276"/>
            <ac:picMk id="2" creationId="{C95173E8-224E-BD0E-B030-FFA130E1FC35}"/>
          </ac:picMkLst>
        </pc:picChg>
      </pc:sldChg>
      <pc:sldChg chg="addSp delSp modSp add del mod replId setBg">
        <pc:chgData name="Ruhul Amin Sharif" userId="dff23b7321b8062c" providerId="Windows Live" clId="Web-{DF440D0C-31B3-3DBD-FB88-802775FEAA6B}" dt="2025-12-01T07:29:41.349" v="1672"/>
        <pc:sldMkLst>
          <pc:docMk/>
          <pc:sldMk cId="1782469852" sldId="277"/>
        </pc:sldMkLst>
        <pc:spChg chg="add del mod">
          <ac:chgData name="Ruhul Amin Sharif" userId="dff23b7321b8062c" providerId="Windows Live" clId="Web-{DF440D0C-31B3-3DBD-FB88-802775FEAA6B}" dt="2025-12-01T07:27:36.078" v="1663"/>
          <ac:spMkLst>
            <pc:docMk/>
            <pc:sldMk cId="1782469852" sldId="277"/>
            <ac:spMk id="5" creationId="{481DFD31-1A25-9F42-1F25-EF653D4A7B83}"/>
          </ac:spMkLst>
        </pc:spChg>
        <pc:spChg chg="add del">
          <ac:chgData name="Ruhul Amin Sharif" userId="dff23b7321b8062c" providerId="Windows Live" clId="Web-{DF440D0C-31B3-3DBD-FB88-802775FEAA6B}" dt="2025-12-01T07:28:15.438" v="1666"/>
          <ac:spMkLst>
            <pc:docMk/>
            <pc:sldMk cId="1782469852" sldId="277"/>
            <ac:spMk id="6" creationId="{6A54955C-DC0A-157A-F5DC-25E07C0BE4DD}"/>
          </ac:spMkLst>
        </pc:spChg>
        <pc:spChg chg="add mod">
          <ac:chgData name="Ruhul Amin Sharif" userId="dff23b7321b8062c" providerId="Windows Live" clId="Web-{DF440D0C-31B3-3DBD-FB88-802775FEAA6B}" dt="2025-12-01T07:29:37.146" v="1671"/>
          <ac:spMkLst>
            <pc:docMk/>
            <pc:sldMk cId="1782469852" sldId="277"/>
            <ac:spMk id="10" creationId="{13247E56-BEE9-D144-17CC-BA9E04D77096}"/>
          </ac:spMkLst>
        </pc:spChg>
        <pc:picChg chg="add del mod ord">
          <ac:chgData name="Ruhul Amin Sharif" userId="dff23b7321b8062c" providerId="Windows Live" clId="Web-{DF440D0C-31B3-3DBD-FB88-802775FEAA6B}" dt="2025-12-01T07:27:40.125" v="1665"/>
          <ac:picMkLst>
            <pc:docMk/>
            <pc:sldMk cId="1782469852" sldId="277"/>
            <ac:picMk id="2" creationId="{61874229-366C-0FFC-25FA-AA9EBB793693}"/>
          </ac:picMkLst>
        </pc:picChg>
        <pc:picChg chg="add del mod ord modCrop">
          <ac:chgData name="Ruhul Amin Sharif" userId="dff23b7321b8062c" providerId="Windows Live" clId="Web-{DF440D0C-31B3-3DBD-FB88-802775FEAA6B}" dt="2025-12-01T07:29:37.146" v="1671"/>
          <ac:picMkLst>
            <pc:docMk/>
            <pc:sldMk cId="1782469852" sldId="277"/>
            <ac:picMk id="7" creationId="{6A96343A-4724-AA58-9A8B-3319218C50AD}"/>
          </ac:picMkLst>
        </pc:picChg>
      </pc:sldChg>
      <pc:sldChg chg="addSp delSp modSp add del replId">
        <pc:chgData name="Ruhul Amin Sharif" userId="dff23b7321b8062c" providerId="Windows Live" clId="Web-{DF440D0C-31B3-3DBD-FB88-802775FEAA6B}" dt="2025-12-01T07:34:56.651" v="1714"/>
        <pc:sldMkLst>
          <pc:docMk/>
          <pc:sldMk cId="3372433977" sldId="277"/>
        </pc:sldMkLst>
        <pc:spChg chg="add del">
          <ac:chgData name="Ruhul Amin Sharif" userId="dff23b7321b8062c" providerId="Windows Live" clId="Web-{DF440D0C-31B3-3DBD-FB88-802775FEAA6B}" dt="2025-12-01T07:33:18.506" v="1691"/>
          <ac:spMkLst>
            <pc:docMk/>
            <pc:sldMk cId="3372433977" sldId="277"/>
            <ac:spMk id="6" creationId="{504918F3-C612-03D6-EAB2-1210C0CAFFC3}"/>
          </ac:spMkLst>
        </pc:spChg>
        <pc:picChg chg="add del mod ord">
          <ac:chgData name="Ruhul Amin Sharif" userId="dff23b7321b8062c" providerId="Windows Live" clId="Web-{DF440D0C-31B3-3DBD-FB88-802775FEAA6B}" dt="2025-12-01T07:32:26.269" v="1689"/>
          <ac:picMkLst>
            <pc:docMk/>
            <pc:sldMk cId="3372433977" sldId="277"/>
            <ac:picMk id="2" creationId="{6400BABF-F630-DE18-78F1-181F828DACAE}"/>
          </ac:picMkLst>
        </pc:picChg>
        <pc:picChg chg="add del mod ord">
          <ac:chgData name="Ruhul Amin Sharif" userId="dff23b7321b8062c" providerId="Windows Live" clId="Web-{DF440D0C-31B3-3DBD-FB88-802775FEAA6B}" dt="2025-12-01T07:33:18.506" v="1691"/>
          <ac:picMkLst>
            <pc:docMk/>
            <pc:sldMk cId="3372433977" sldId="277"/>
            <ac:picMk id="4" creationId="{6675113D-9A33-2178-A17F-6963E653F0E0}"/>
          </ac:picMkLst>
        </pc:picChg>
      </pc:sldChg>
      <pc:sldChg chg="addSp delSp modSp add ord replId">
        <pc:chgData name="Ruhul Amin Sharif" userId="dff23b7321b8062c" providerId="Windows Live" clId="Web-{DF440D0C-31B3-3DBD-FB88-802775FEAA6B}" dt="2025-12-01T07:40:53.410" v="1716"/>
        <pc:sldMkLst>
          <pc:docMk/>
          <pc:sldMk cId="1640446296" sldId="278"/>
        </pc:sldMkLst>
        <pc:spChg chg="del">
          <ac:chgData name="Ruhul Amin Sharif" userId="dff23b7321b8062c" providerId="Windows Live" clId="Web-{DF440D0C-31B3-3DBD-FB88-802775FEAA6B}" dt="2025-12-01T07:33:50.664" v="1696"/>
          <ac:spMkLst>
            <pc:docMk/>
            <pc:sldMk cId="1640446296" sldId="278"/>
            <ac:spMk id="4" creationId="{68075F69-36C9-77A1-69A8-EB445B65B79E}"/>
          </ac:spMkLst>
        </pc:spChg>
        <pc:spChg chg="del">
          <ac:chgData name="Ruhul Amin Sharif" userId="dff23b7321b8062c" providerId="Windows Live" clId="Web-{DF440D0C-31B3-3DBD-FB88-802775FEAA6B}" dt="2025-12-01T07:33:50.664" v="1695"/>
          <ac:spMkLst>
            <pc:docMk/>
            <pc:sldMk cId="1640446296" sldId="278"/>
            <ac:spMk id="5" creationId="{49352C18-E597-B402-F168-5C873ABFA7D9}"/>
          </ac:spMkLst>
        </pc:spChg>
        <pc:spChg chg="del">
          <ac:chgData name="Ruhul Amin Sharif" userId="dff23b7321b8062c" providerId="Windows Live" clId="Web-{DF440D0C-31B3-3DBD-FB88-802775FEAA6B}" dt="2025-12-01T07:33:50.727" v="1699"/>
          <ac:spMkLst>
            <pc:docMk/>
            <pc:sldMk cId="1640446296" sldId="278"/>
            <ac:spMk id="7" creationId="{12AFC910-E1A4-6FF8-E54D-FC8B0E210404}"/>
          </ac:spMkLst>
        </pc:spChg>
        <pc:spChg chg="del">
          <ac:chgData name="Ruhul Amin Sharif" userId="dff23b7321b8062c" providerId="Windows Live" clId="Web-{DF440D0C-31B3-3DBD-FB88-802775FEAA6B}" dt="2025-12-01T07:34:03.274" v="1702"/>
          <ac:spMkLst>
            <pc:docMk/>
            <pc:sldMk cId="1640446296" sldId="278"/>
            <ac:spMk id="8" creationId="{AF261258-2575-5E87-D3B4-08542400ABA4}"/>
          </ac:spMkLst>
        </pc:spChg>
        <pc:spChg chg="add del mod">
          <ac:chgData name="Ruhul Amin Sharif" userId="dff23b7321b8062c" providerId="Windows Live" clId="Web-{DF440D0C-31B3-3DBD-FB88-802775FEAA6B}" dt="2025-12-01T07:34:03.243" v="1701"/>
          <ac:spMkLst>
            <pc:docMk/>
            <pc:sldMk cId="1640446296" sldId="278"/>
            <ac:spMk id="10" creationId="{62AD2721-CA04-6F3C-5F01-C3EE291AAE72}"/>
          </ac:spMkLst>
        </pc:spChg>
        <pc:spChg chg="del">
          <ac:chgData name="Ruhul Amin Sharif" userId="dff23b7321b8062c" providerId="Windows Live" clId="Web-{DF440D0C-31B3-3DBD-FB88-802775FEAA6B}" dt="2025-12-01T07:34:05.930" v="1703"/>
          <ac:spMkLst>
            <pc:docMk/>
            <pc:sldMk cId="1640446296" sldId="278"/>
            <ac:spMk id="12" creationId="{9EAFF616-DF77-9925-386E-D80B28EBD664}"/>
          </ac:spMkLst>
        </pc:spChg>
        <pc:spChg chg="add del mod">
          <ac:chgData name="Ruhul Amin Sharif" userId="dff23b7321b8062c" providerId="Windows Live" clId="Web-{DF440D0C-31B3-3DBD-FB88-802775FEAA6B}" dt="2025-12-01T07:34:08.712" v="1704"/>
          <ac:spMkLst>
            <pc:docMk/>
            <pc:sldMk cId="1640446296" sldId="278"/>
            <ac:spMk id="18" creationId="{526FC54C-79EE-5054-E958-16559D662A62}"/>
          </ac:spMkLst>
        </pc:spChg>
        <pc:grpChg chg="del">
          <ac:chgData name="Ruhul Amin Sharif" userId="dff23b7321b8062c" providerId="Windows Live" clId="Web-{DF440D0C-31B3-3DBD-FB88-802775FEAA6B}" dt="2025-12-01T07:33:50.664" v="1693"/>
          <ac:grpSpMkLst>
            <pc:docMk/>
            <pc:sldMk cId="1640446296" sldId="278"/>
            <ac:grpSpMk id="11" creationId="{02ECA696-F80E-465D-8AEA-BEC915C2613D}"/>
          </ac:grpSpMkLst>
        </pc:grpChg>
        <pc:grpChg chg="del">
          <ac:chgData name="Ruhul Amin Sharif" userId="dff23b7321b8062c" providerId="Windows Live" clId="Web-{DF440D0C-31B3-3DBD-FB88-802775FEAA6B}" dt="2025-12-01T07:33:50.664" v="1698"/>
          <ac:grpSpMkLst>
            <pc:docMk/>
            <pc:sldMk cId="1640446296" sldId="278"/>
            <ac:grpSpMk id="24" creationId="{3AE5600A-40C5-72CD-0905-B491BC170402}"/>
          </ac:grpSpMkLst>
        </pc:grpChg>
        <pc:grpChg chg="del">
          <ac:chgData name="Ruhul Amin Sharif" userId="dff23b7321b8062c" providerId="Windows Live" clId="Web-{DF440D0C-31B3-3DBD-FB88-802775FEAA6B}" dt="2025-12-01T07:33:50.664" v="1697"/>
          <ac:grpSpMkLst>
            <pc:docMk/>
            <pc:sldMk cId="1640446296" sldId="278"/>
            <ac:grpSpMk id="36" creationId="{C0B219D4-07D8-E2A6-9304-9746D7BFDEBE}"/>
          </ac:grpSpMkLst>
        </pc:grpChg>
        <pc:picChg chg="del">
          <ac:chgData name="Ruhul Amin Sharif" userId="dff23b7321b8062c" providerId="Windows Live" clId="Web-{DF440D0C-31B3-3DBD-FB88-802775FEAA6B}" dt="2025-12-01T07:33:50.664" v="1694"/>
          <ac:picMkLst>
            <pc:docMk/>
            <pc:sldMk cId="1640446296" sldId="278"/>
            <ac:picMk id="2" creationId="{7D5ABF32-2B0D-C99A-5F6F-3A4894B3C06B}"/>
          </ac:picMkLst>
        </pc:picChg>
        <pc:picChg chg="add mod modCrop">
          <ac:chgData name="Ruhul Amin Sharif" userId="dff23b7321b8062c" providerId="Windows Live" clId="Web-{DF440D0C-31B3-3DBD-FB88-802775FEAA6B}" dt="2025-12-01T07:34:54.401" v="1713" actId="1076"/>
          <ac:picMkLst>
            <pc:docMk/>
            <pc:sldMk cId="1640446296" sldId="278"/>
            <ac:picMk id="16" creationId="{83715DB5-24B5-6D88-01CD-C49DD13F9980}"/>
          </ac:picMkLst>
        </pc:picChg>
      </pc:sldChg>
      <pc:sldChg chg="addSp delSp modSp add ord replId">
        <pc:chgData name="Ruhul Amin Sharif" userId="dff23b7321b8062c" providerId="Windows Live" clId="Web-{DF440D0C-31B3-3DBD-FB88-802775FEAA6B}" dt="2025-12-01T10:03:41.865" v="2197" actId="1076"/>
        <pc:sldMkLst>
          <pc:docMk/>
          <pc:sldMk cId="2129769958" sldId="279"/>
        </pc:sldMkLst>
        <pc:spChg chg="mod">
          <ac:chgData name="Ruhul Amin Sharif" userId="dff23b7321b8062c" providerId="Windows Live" clId="Web-{DF440D0C-31B3-3DBD-FB88-802775FEAA6B}" dt="2025-12-01T09:02:09.532" v="1994" actId="20577"/>
          <ac:spMkLst>
            <pc:docMk/>
            <pc:sldMk cId="2129769958" sldId="279"/>
            <ac:spMk id="5" creationId="{11CC9C5A-67DB-6DB8-E04C-3C44292936CF}"/>
          </ac:spMkLst>
        </pc:spChg>
        <pc:spChg chg="mod">
          <ac:chgData name="Ruhul Amin Sharif" userId="dff23b7321b8062c" providerId="Windows Live" clId="Web-{DF440D0C-31B3-3DBD-FB88-802775FEAA6B}" dt="2025-12-01T08:39:49.370" v="1863" actId="20577"/>
          <ac:spMkLst>
            <pc:docMk/>
            <pc:sldMk cId="2129769958" sldId="279"/>
            <ac:spMk id="7" creationId="{4895AD4C-9671-71B1-27CA-9FD05137E31B}"/>
          </ac:spMkLst>
        </pc:spChg>
        <pc:spChg chg="mod">
          <ac:chgData name="Ruhul Amin Sharif" userId="dff23b7321b8062c" providerId="Windows Live" clId="Web-{DF440D0C-31B3-3DBD-FB88-802775FEAA6B}" dt="2025-12-01T08:08:17.209" v="1821" actId="20577"/>
          <ac:spMkLst>
            <pc:docMk/>
            <pc:sldMk cId="2129769958" sldId="279"/>
            <ac:spMk id="8" creationId="{4894CD5F-C3FE-1FC4-1B17-4C47CB44BDA8}"/>
          </ac:spMkLst>
        </pc:spChg>
        <pc:spChg chg="mod">
          <ac:chgData name="Ruhul Amin Sharif" userId="dff23b7321b8062c" providerId="Windows Live" clId="Web-{DF440D0C-31B3-3DBD-FB88-802775FEAA6B}" dt="2025-12-01T09:17:24.113" v="2031" actId="20577"/>
          <ac:spMkLst>
            <pc:docMk/>
            <pc:sldMk cId="2129769958" sldId="279"/>
            <ac:spMk id="10" creationId="{09A2B613-E1A4-46F1-C6D2-CCCD35ABC164}"/>
          </ac:spMkLst>
        </pc:spChg>
        <pc:spChg chg="mod">
          <ac:chgData name="Ruhul Amin Sharif" userId="dff23b7321b8062c" providerId="Windows Live" clId="Web-{DF440D0C-31B3-3DBD-FB88-802775FEAA6B}" dt="2025-12-01T09:17:00.549" v="2022" actId="20577"/>
          <ac:spMkLst>
            <pc:docMk/>
            <pc:sldMk cId="2129769958" sldId="279"/>
            <ac:spMk id="11" creationId="{9F34AD3F-8F89-5525-F41F-E5D644DD8D2E}"/>
          </ac:spMkLst>
        </pc:spChg>
        <pc:spChg chg="mod">
          <ac:chgData name="Ruhul Amin Sharif" userId="dff23b7321b8062c" providerId="Windows Live" clId="Web-{DF440D0C-31B3-3DBD-FB88-802775FEAA6B}" dt="2025-12-01T09:36:55.009" v="2098" actId="20577"/>
          <ac:spMkLst>
            <pc:docMk/>
            <pc:sldMk cId="2129769958" sldId="279"/>
            <ac:spMk id="16" creationId="{00843409-D56E-BF01-F8CF-49B062808515}"/>
          </ac:spMkLst>
        </pc:spChg>
        <pc:spChg chg="mod">
          <ac:chgData name="Ruhul Amin Sharif" userId="dff23b7321b8062c" providerId="Windows Live" clId="Web-{DF440D0C-31B3-3DBD-FB88-802775FEAA6B}" dt="2025-12-01T09:37:15.712" v="2102" actId="20577"/>
          <ac:spMkLst>
            <pc:docMk/>
            <pc:sldMk cId="2129769958" sldId="279"/>
            <ac:spMk id="19" creationId="{7E7C7279-1C9B-A416-403B-E87F451202FD}"/>
          </ac:spMkLst>
        </pc:spChg>
        <pc:spChg chg="mod">
          <ac:chgData name="Ruhul Amin Sharif" userId="dff23b7321b8062c" providerId="Windows Live" clId="Web-{DF440D0C-31B3-3DBD-FB88-802775FEAA6B}" dt="2025-12-01T08:41:08.078" v="1874" actId="20577"/>
          <ac:spMkLst>
            <pc:docMk/>
            <pc:sldMk cId="2129769958" sldId="279"/>
            <ac:spMk id="22" creationId="{1C113088-C1B4-BF36-3F07-08615A09DDFF}"/>
          </ac:spMkLst>
        </pc:spChg>
        <pc:spChg chg="mod">
          <ac:chgData name="Ruhul Amin Sharif" userId="dff23b7321b8062c" providerId="Windows Live" clId="Web-{DF440D0C-31B3-3DBD-FB88-802775FEAA6B}" dt="2025-12-01T09:10:30.228" v="1999" actId="14100"/>
          <ac:spMkLst>
            <pc:docMk/>
            <pc:sldMk cId="2129769958" sldId="279"/>
            <ac:spMk id="23" creationId="{E25D92A5-FDA4-CF95-7803-2234EB7EB1B5}"/>
          </ac:spMkLst>
        </pc:spChg>
        <pc:spChg chg="mod">
          <ac:chgData name="Ruhul Amin Sharif" userId="dff23b7321b8062c" providerId="Windows Live" clId="Web-{DF440D0C-31B3-3DBD-FB88-802775FEAA6B}" dt="2025-12-01T08:56:43.689" v="1923" actId="20577"/>
          <ac:spMkLst>
            <pc:docMk/>
            <pc:sldMk cId="2129769958" sldId="279"/>
            <ac:spMk id="35" creationId="{9529AF76-C33F-1C23-FC29-FCCCC7AC8145}"/>
          </ac:spMkLst>
        </pc:spChg>
        <pc:spChg chg="mod">
          <ac:chgData name="Ruhul Amin Sharif" userId="dff23b7321b8062c" providerId="Windows Live" clId="Web-{DF440D0C-31B3-3DBD-FB88-802775FEAA6B}" dt="2025-12-01T09:31:49.161" v="2091"/>
          <ac:spMkLst>
            <pc:docMk/>
            <pc:sldMk cId="2129769958" sldId="279"/>
            <ac:spMk id="37" creationId="{A7104BF0-B5C7-8F4F-8543-0411B7A89B4C}"/>
          </ac:spMkLst>
        </pc:spChg>
        <pc:spChg chg="mod">
          <ac:chgData name="Ruhul Amin Sharif" userId="dff23b7321b8062c" providerId="Windows Live" clId="Web-{DF440D0C-31B3-3DBD-FB88-802775FEAA6B}" dt="2025-12-01T09:51:14.829" v="2166" actId="14100"/>
          <ac:spMkLst>
            <pc:docMk/>
            <pc:sldMk cId="2129769958" sldId="279"/>
            <ac:spMk id="38" creationId="{C84079D7-9105-281A-97D4-901C5DA6AC4F}"/>
          </ac:spMkLst>
        </pc:spChg>
        <pc:spChg chg="mod">
          <ac:chgData name="Ruhul Amin Sharif" userId="dff23b7321b8062c" providerId="Windows Live" clId="Web-{DF440D0C-31B3-3DBD-FB88-802775FEAA6B}" dt="2025-12-01T09:31:57.599" v="2093"/>
          <ac:spMkLst>
            <pc:docMk/>
            <pc:sldMk cId="2129769958" sldId="279"/>
            <ac:spMk id="40" creationId="{351AB503-5AC6-7157-91A9-EE44B33EDFB1}"/>
          </ac:spMkLst>
        </pc:spChg>
        <pc:spChg chg="mod">
          <ac:chgData name="Ruhul Amin Sharif" userId="dff23b7321b8062c" providerId="Windows Live" clId="Web-{DF440D0C-31B3-3DBD-FB88-802775FEAA6B}" dt="2025-12-01T09:51:07.985" v="2165" actId="1076"/>
          <ac:spMkLst>
            <pc:docMk/>
            <pc:sldMk cId="2129769958" sldId="279"/>
            <ac:spMk id="41" creationId="{F1EFD2B9-AA24-1002-0200-B8316CF25AF2}"/>
          </ac:spMkLst>
        </pc:spChg>
        <pc:spChg chg="add del mod">
          <ac:chgData name="Ruhul Amin Sharif" userId="dff23b7321b8062c" providerId="Windows Live" clId="Web-{DF440D0C-31B3-3DBD-FB88-802775FEAA6B}" dt="2025-12-01T09:41:34.361" v="2127"/>
          <ac:spMkLst>
            <pc:docMk/>
            <pc:sldMk cId="2129769958" sldId="279"/>
            <ac:spMk id="44" creationId="{E18038C8-54C4-8CB7-780D-8854E5C3DC10}"/>
          </ac:spMkLst>
        </pc:spChg>
        <pc:spChg chg="add del mod">
          <ac:chgData name="Ruhul Amin Sharif" userId="dff23b7321b8062c" providerId="Windows Live" clId="Web-{DF440D0C-31B3-3DBD-FB88-802775FEAA6B}" dt="2025-12-01T09:41:06.344" v="2124"/>
          <ac:spMkLst>
            <pc:docMk/>
            <pc:sldMk cId="2129769958" sldId="279"/>
            <ac:spMk id="45" creationId="{7605CEDA-75D6-244A-B05F-44EC50028F46}"/>
          </ac:spMkLst>
        </pc:spChg>
        <pc:spChg chg="add del">
          <ac:chgData name="Ruhul Amin Sharif" userId="dff23b7321b8062c" providerId="Windows Live" clId="Web-{DF440D0C-31B3-3DBD-FB88-802775FEAA6B}" dt="2025-12-01T09:41:31.284" v="2126"/>
          <ac:spMkLst>
            <pc:docMk/>
            <pc:sldMk cId="2129769958" sldId="279"/>
            <ac:spMk id="46" creationId="{D9B02DF1-57F2-C9A5-060A-C2284C9E0636}"/>
          </ac:spMkLst>
        </pc:spChg>
        <pc:spChg chg="add mod">
          <ac:chgData name="Ruhul Amin Sharif" userId="dff23b7321b8062c" providerId="Windows Live" clId="Web-{DF440D0C-31B3-3DBD-FB88-802775FEAA6B}" dt="2025-12-01T09:42:03.644" v="2129"/>
          <ac:spMkLst>
            <pc:docMk/>
            <pc:sldMk cId="2129769958" sldId="279"/>
            <ac:spMk id="47" creationId="{EE5BC7E9-69C6-4ACD-B80E-209F71D96127}"/>
          </ac:spMkLst>
        </pc:spChg>
        <pc:spChg chg="add">
          <ac:chgData name="Ruhul Amin Sharif" userId="dff23b7321b8062c" providerId="Windows Live" clId="Web-{DF440D0C-31B3-3DBD-FB88-802775FEAA6B}" dt="2025-12-01T09:42:12.378" v="2130"/>
          <ac:spMkLst>
            <pc:docMk/>
            <pc:sldMk cId="2129769958" sldId="279"/>
            <ac:spMk id="48" creationId="{9B08C942-E3F2-EBAF-C00D-E1C35BA9532E}"/>
          </ac:spMkLst>
        </pc:spChg>
        <pc:spChg chg="add">
          <ac:chgData name="Ruhul Amin Sharif" userId="dff23b7321b8062c" providerId="Windows Live" clId="Web-{DF440D0C-31B3-3DBD-FB88-802775FEAA6B}" dt="2025-12-01T09:42:31.723" v="2131"/>
          <ac:spMkLst>
            <pc:docMk/>
            <pc:sldMk cId="2129769958" sldId="279"/>
            <ac:spMk id="49" creationId="{A4A4CFEB-6C32-098C-93B7-6BC3A085DBC0}"/>
          </ac:spMkLst>
        </pc:spChg>
        <pc:spChg chg="add del">
          <ac:chgData name="Ruhul Amin Sharif" userId="dff23b7321b8062c" providerId="Windows Live" clId="Web-{DF440D0C-31B3-3DBD-FB88-802775FEAA6B}" dt="2025-12-01T09:42:31.832" v="2133"/>
          <ac:spMkLst>
            <pc:docMk/>
            <pc:sldMk cId="2129769958" sldId="279"/>
            <ac:spMk id="50" creationId="{41CA7048-C17F-B72A-349D-C889F13AD250}"/>
          </ac:spMkLst>
        </pc:spChg>
        <pc:spChg chg="add mod">
          <ac:chgData name="Ruhul Amin Sharif" userId="dff23b7321b8062c" providerId="Windows Live" clId="Web-{DF440D0C-31B3-3DBD-FB88-802775FEAA6B}" dt="2025-12-01T10:03:41.865" v="2197" actId="1076"/>
          <ac:spMkLst>
            <pc:docMk/>
            <pc:sldMk cId="2129769958" sldId="279"/>
            <ac:spMk id="51" creationId="{50A9D20B-10A7-3EF3-DB78-0E7D02B21119}"/>
          </ac:spMkLst>
        </pc:spChg>
        <pc:spChg chg="mod">
          <ac:chgData name="Ruhul Amin Sharif" userId="dff23b7321b8062c" providerId="Windows Live" clId="Web-{DF440D0C-31B3-3DBD-FB88-802775FEAA6B}" dt="2025-12-01T08:58:38.946" v="1964" actId="20577"/>
          <ac:spMkLst>
            <pc:docMk/>
            <pc:sldMk cId="2129769958" sldId="279"/>
            <ac:spMk id="71" creationId="{BB581F09-C81B-CD81-600B-7D615071EC9A}"/>
          </ac:spMkLst>
        </pc:spChg>
        <pc:spChg chg="add del">
          <ac:chgData name="Ruhul Amin Sharif" userId="dff23b7321b8062c" providerId="Windows Live" clId="Web-{DF440D0C-31B3-3DBD-FB88-802775FEAA6B}" dt="2025-12-01T08:55:19.604" v="1917"/>
          <ac:spMkLst>
            <pc:docMk/>
            <pc:sldMk cId="2129769958" sldId="279"/>
            <ac:spMk id="73" creationId="{EB3F3CF5-7C1A-E7C2-F3B4-4EE021D62C4F}"/>
          </ac:spMkLst>
        </pc:spChg>
        <pc:grpChg chg="add mod">
          <ac:chgData name="Ruhul Amin Sharif" userId="dff23b7321b8062c" providerId="Windows Live" clId="Web-{DF440D0C-31B3-3DBD-FB88-802775FEAA6B}" dt="2025-12-01T08:59:12.010" v="1967" actId="1076"/>
          <ac:grpSpMkLst>
            <pc:docMk/>
            <pc:sldMk cId="2129769958" sldId="279"/>
            <ac:grpSpMk id="2" creationId="{5DCBA855-C928-A4C3-872E-2D492272E6CF}"/>
          </ac:grpSpMkLst>
        </pc:grpChg>
        <pc:grpChg chg="add mod">
          <ac:chgData name="Ruhul Amin Sharif" userId="dff23b7321b8062c" providerId="Windows Live" clId="Web-{DF440D0C-31B3-3DBD-FB88-802775FEAA6B}" dt="2025-12-01T09:16:44.455" v="2016" actId="1076"/>
          <ac:grpSpMkLst>
            <pc:docMk/>
            <pc:sldMk cId="2129769958" sldId="279"/>
            <ac:grpSpMk id="6" creationId="{C08FBFFE-D016-0A47-8099-CD9EFB83D788}"/>
          </ac:grpSpMkLst>
        </pc:grpChg>
        <pc:grpChg chg="add mod">
          <ac:chgData name="Ruhul Amin Sharif" userId="dff23b7321b8062c" providerId="Windows Live" clId="Web-{DF440D0C-31B3-3DBD-FB88-802775FEAA6B}" dt="2025-12-01T09:16:44.471" v="2017" actId="1076"/>
          <ac:grpSpMkLst>
            <pc:docMk/>
            <pc:sldMk cId="2129769958" sldId="279"/>
            <ac:grpSpMk id="13" creationId="{19EA8778-0E93-6C60-4181-0A7FCEC91FA7}"/>
          </ac:grpSpMkLst>
        </pc:grpChg>
        <pc:grpChg chg="add mod">
          <ac:chgData name="Ruhul Amin Sharif" userId="dff23b7321b8062c" providerId="Windows Live" clId="Web-{DF440D0C-31B3-3DBD-FB88-802775FEAA6B}" dt="2025-12-01T09:16:44.486" v="2018" actId="1076"/>
          <ac:grpSpMkLst>
            <pc:docMk/>
            <pc:sldMk cId="2129769958" sldId="279"/>
            <ac:grpSpMk id="17" creationId="{7FAD5C1D-70EA-CF25-DDB3-BEA7C8849277}"/>
          </ac:grpSpMkLst>
        </pc:grpChg>
        <pc:grpChg chg="add del mod">
          <ac:chgData name="Ruhul Amin Sharif" userId="dff23b7321b8062c" providerId="Windows Live" clId="Web-{DF440D0C-31B3-3DBD-FB88-802775FEAA6B}" dt="2025-12-01T09:21:05.906" v="2055"/>
          <ac:grpSpMkLst>
            <pc:docMk/>
            <pc:sldMk cId="2129769958" sldId="279"/>
            <ac:grpSpMk id="20" creationId="{B877E4A8-A3C3-69E9-69DD-6E08F8ED7028}"/>
          </ac:grpSpMkLst>
        </pc:grpChg>
        <pc:grpChg chg="add del">
          <ac:chgData name="Ruhul Amin Sharif" userId="dff23b7321b8062c" providerId="Windows Live" clId="Web-{DF440D0C-31B3-3DBD-FB88-802775FEAA6B}" dt="2025-12-01T09:30:38.301" v="2081"/>
          <ac:grpSpMkLst>
            <pc:docMk/>
            <pc:sldMk cId="2129769958" sldId="279"/>
            <ac:grpSpMk id="27" creationId="{2B5652D5-E8A8-FFB1-A237-0A610A667812}"/>
          </ac:grpSpMkLst>
        </pc:grpChg>
        <pc:grpChg chg="del">
          <ac:chgData name="Ruhul Amin Sharif" userId="dff23b7321b8062c" providerId="Windows Live" clId="Web-{DF440D0C-31B3-3DBD-FB88-802775FEAA6B}" dt="2025-12-01T08:58:53.009" v="1965"/>
          <ac:grpSpMkLst>
            <pc:docMk/>
            <pc:sldMk cId="2129769958" sldId="279"/>
            <ac:grpSpMk id="28" creationId="{6C3DBB7E-C490-FCAA-F3ED-B570CC297BC9}"/>
          </ac:grpSpMkLst>
        </pc:grpChg>
        <pc:grpChg chg="add del">
          <ac:chgData name="Ruhul Amin Sharif" userId="dff23b7321b8062c" providerId="Windows Live" clId="Web-{DF440D0C-31B3-3DBD-FB88-802775FEAA6B}" dt="2025-12-01T09:30:38.301" v="2080"/>
          <ac:grpSpMkLst>
            <pc:docMk/>
            <pc:sldMk cId="2129769958" sldId="279"/>
            <ac:grpSpMk id="30" creationId="{420F4D82-A14C-4576-3CD7-9BAB72D8C80B}"/>
          </ac:grpSpMkLst>
        </pc:grpChg>
        <pc:grpChg chg="del">
          <ac:chgData name="Ruhul Amin Sharif" userId="dff23b7321b8062c" providerId="Windows Live" clId="Web-{DF440D0C-31B3-3DBD-FB88-802775FEAA6B}" dt="2025-12-01T09:09:50.415" v="1998"/>
          <ac:grpSpMkLst>
            <pc:docMk/>
            <pc:sldMk cId="2129769958" sldId="279"/>
            <ac:grpSpMk id="32" creationId="{3A7989D2-F8E8-9423-6FB5-EBCBAE596606}"/>
          </ac:grpSpMkLst>
        </pc:grpChg>
        <pc:grpChg chg="add mod">
          <ac:chgData name="Ruhul Amin Sharif" userId="dff23b7321b8062c" providerId="Windows Live" clId="Web-{DF440D0C-31B3-3DBD-FB88-802775FEAA6B}" dt="2025-12-01T09:30:53.098" v="2084" actId="1076"/>
          <ac:grpSpMkLst>
            <pc:docMk/>
            <pc:sldMk cId="2129769958" sldId="279"/>
            <ac:grpSpMk id="33" creationId="{119BB6AA-8388-827C-1BA3-C70F2BCEC06C}"/>
          </ac:grpSpMkLst>
        </pc:grpChg>
        <pc:grpChg chg="mod">
          <ac:chgData name="Ruhul Amin Sharif" userId="dff23b7321b8062c" providerId="Windows Live" clId="Web-{DF440D0C-31B3-3DBD-FB88-802775FEAA6B}" dt="2025-12-01T08:55:28.980" v="1919" actId="14100"/>
          <ac:grpSpMkLst>
            <pc:docMk/>
            <pc:sldMk cId="2129769958" sldId="279"/>
            <ac:grpSpMk id="36" creationId="{B5AA1E6F-F579-9C15-E2AE-C58EA4698C32}"/>
          </ac:grpSpMkLst>
        </pc:grpChg>
        <pc:grpChg chg="add mod">
          <ac:chgData name="Ruhul Amin Sharif" userId="dff23b7321b8062c" providerId="Windows Live" clId="Web-{DF440D0C-31B3-3DBD-FB88-802775FEAA6B}" dt="2025-12-01T09:50:55.204" v="2162" actId="14100"/>
          <ac:grpSpMkLst>
            <pc:docMk/>
            <pc:sldMk cId="2129769958" sldId="279"/>
            <ac:grpSpMk id="39" creationId="{6D8141A7-62DB-206F-8B6E-F61E3F399E42}"/>
          </ac:grpSpMkLst>
        </pc:grpChg>
        <pc:grpChg chg="del">
          <ac:chgData name="Ruhul Amin Sharif" userId="dff23b7321b8062c" providerId="Windows Live" clId="Web-{DF440D0C-31B3-3DBD-FB88-802775FEAA6B}" dt="2025-12-01T09:09:50.415" v="1997"/>
          <ac:grpSpMkLst>
            <pc:docMk/>
            <pc:sldMk cId="2129769958" sldId="279"/>
            <ac:grpSpMk id="60" creationId="{BBD63B98-C2AF-D132-1A73-7595F118F649}"/>
          </ac:grpSpMkLst>
        </pc:grpChg>
        <pc:grpChg chg="del">
          <ac:chgData name="Ruhul Amin Sharif" userId="dff23b7321b8062c" providerId="Windows Live" clId="Web-{DF440D0C-31B3-3DBD-FB88-802775FEAA6B}" dt="2025-12-01T09:09:50.415" v="1996"/>
          <ac:grpSpMkLst>
            <pc:docMk/>
            <pc:sldMk cId="2129769958" sldId="279"/>
            <ac:grpSpMk id="63" creationId="{027DA3EF-500B-5DA8-99F2-7144FBB3AB8D}"/>
          </ac:grpSpMkLst>
        </pc:grpChg>
        <pc:grpChg chg="del">
          <ac:chgData name="Ruhul Amin Sharif" userId="dff23b7321b8062c" providerId="Windows Live" clId="Web-{DF440D0C-31B3-3DBD-FB88-802775FEAA6B}" dt="2025-12-01T09:09:50.415" v="1995"/>
          <ac:grpSpMkLst>
            <pc:docMk/>
            <pc:sldMk cId="2129769958" sldId="279"/>
            <ac:grpSpMk id="66" creationId="{6280A441-A6AF-35CB-B23E-8D707AEA1C1B}"/>
          </ac:grpSpMkLst>
        </pc:grpChg>
        <pc:grpChg chg="add del">
          <ac:chgData name="Ruhul Amin Sharif" userId="dff23b7321b8062c" providerId="Windows Live" clId="Web-{DF440D0C-31B3-3DBD-FB88-802775FEAA6B}" dt="2025-12-01T08:55:19.604" v="1916"/>
          <ac:grpSpMkLst>
            <pc:docMk/>
            <pc:sldMk cId="2129769958" sldId="279"/>
            <ac:grpSpMk id="83" creationId="{BE19B7BE-7842-9FD4-E8AD-C9C7D8D99E98}"/>
          </ac:grpSpMkLst>
        </pc:grpChg>
        <pc:grpChg chg="add del mod">
          <ac:chgData name="Ruhul Amin Sharif" userId="dff23b7321b8062c" providerId="Windows Live" clId="Web-{DF440D0C-31B3-3DBD-FB88-802775FEAA6B}" dt="2025-12-01T08:55:19.604" v="1915"/>
          <ac:grpSpMkLst>
            <pc:docMk/>
            <pc:sldMk cId="2129769958" sldId="279"/>
            <ac:grpSpMk id="95" creationId="{A3B75494-0A64-9E72-3B1B-E85099FEA4DB}"/>
          </ac:grpSpMkLst>
        </pc:grpChg>
        <pc:picChg chg="add del mod">
          <ac:chgData name="Ruhul Amin Sharif" userId="dff23b7321b8062c" providerId="Windows Live" clId="Web-{DF440D0C-31B3-3DBD-FB88-802775FEAA6B}" dt="2025-12-01T09:56:49.020" v="2194"/>
          <ac:picMkLst>
            <pc:docMk/>
            <pc:sldMk cId="2129769958" sldId="279"/>
            <ac:picMk id="52" creationId="{4B1076C8-5866-54C2-7456-1D512E9D99B1}"/>
          </ac:picMkLst>
        </pc:picChg>
        <pc:cxnChg chg="add del mod">
          <ac:chgData name="Ruhul Amin Sharif" userId="dff23b7321b8062c" providerId="Windows Live" clId="Web-{DF440D0C-31B3-3DBD-FB88-802775FEAA6B}" dt="2025-12-01T09:30:23.957" v="2077"/>
          <ac:cxnSpMkLst>
            <pc:docMk/>
            <pc:sldMk cId="2129769958" sldId="279"/>
            <ac:cxnSpMk id="26" creationId="{E63AD7B4-6D52-0542-B894-3238FBDA33B0}"/>
          </ac:cxnSpMkLst>
        </pc:cxnChg>
        <pc:cxnChg chg="add del mod">
          <ac:chgData name="Ruhul Amin Sharif" userId="dff23b7321b8062c" providerId="Windows Live" clId="Web-{DF440D0C-31B3-3DBD-FB88-802775FEAA6B}" dt="2025-12-01T09:39:01.166" v="2105"/>
          <ac:cxnSpMkLst>
            <pc:docMk/>
            <pc:sldMk cId="2129769958" sldId="279"/>
            <ac:cxnSpMk id="42" creationId="{E63AD7B4-6D52-0542-B894-3238FBDA33B0}"/>
          </ac:cxnSpMkLst>
        </pc:cxnChg>
      </pc:sldChg>
      <pc:sldChg chg="modSp add del replId">
        <pc:chgData name="Ruhul Amin Sharif" userId="dff23b7321b8062c" providerId="Windows Live" clId="Web-{DF440D0C-31B3-3DBD-FB88-802775FEAA6B}" dt="2025-12-01T08:03:07.719" v="1808"/>
        <pc:sldMkLst>
          <pc:docMk/>
          <pc:sldMk cId="4107586769" sldId="279"/>
        </pc:sldMkLst>
        <pc:spChg chg="mod">
          <ac:chgData name="Ruhul Amin Sharif" userId="dff23b7321b8062c" providerId="Windows Live" clId="Web-{DF440D0C-31B3-3DBD-FB88-802775FEAA6B}" dt="2025-12-01T07:40:59.473" v="1717" actId="20577"/>
          <ac:spMkLst>
            <pc:docMk/>
            <pc:sldMk cId="4107586769" sldId="279"/>
            <ac:spMk id="23" creationId="{63BAEDF0-A5F2-C4DD-77FF-3F0A7510BC8C}"/>
          </ac:spMkLst>
        </pc:spChg>
      </pc:sldChg>
    </pc:docChg>
  </pc:docChgLst>
  <pc:docChgLst>
    <pc:chgData name="Ruhul Amin Sharif" userId="dff23b7321b8062c" providerId="Windows Live" clId="Web-{8781E55E-7285-2E33-81B6-527580194B31}"/>
    <pc:docChg chg="modSld">
      <pc:chgData name="Ruhul Amin Sharif" userId="dff23b7321b8062c" providerId="Windows Live" clId="Web-{8781E55E-7285-2E33-81B6-527580194B31}" dt="2025-11-30T18:00:05.470" v="69" actId="20577"/>
      <pc:docMkLst>
        <pc:docMk/>
      </pc:docMkLst>
      <pc:sldChg chg="modSp">
        <pc:chgData name="Ruhul Amin Sharif" userId="dff23b7321b8062c" providerId="Windows Live" clId="Web-{8781E55E-7285-2E33-81B6-527580194B31}" dt="2025-11-30T18:00:05.470" v="69" actId="20577"/>
        <pc:sldMkLst>
          <pc:docMk/>
          <pc:sldMk cId="786099961" sldId="268"/>
        </pc:sldMkLst>
        <pc:spChg chg="mod">
          <ac:chgData name="Ruhul Amin Sharif" userId="dff23b7321b8062c" providerId="Windows Live" clId="Web-{8781E55E-7285-2E33-81B6-527580194B31}" dt="2025-11-30T17:59:40.814" v="45" actId="20577"/>
          <ac:spMkLst>
            <pc:docMk/>
            <pc:sldMk cId="786099961" sldId="268"/>
            <ac:spMk id="4" creationId="{C38873C1-C7A0-9F1D-BCC8-47B303263365}"/>
          </ac:spMkLst>
        </pc:spChg>
        <pc:spChg chg="mod">
          <ac:chgData name="Ruhul Amin Sharif" userId="dff23b7321b8062c" providerId="Windows Live" clId="Web-{8781E55E-7285-2E33-81B6-527580194B31}" dt="2025-11-30T18:00:05.470" v="69" actId="20577"/>
          <ac:spMkLst>
            <pc:docMk/>
            <pc:sldMk cId="786099961" sldId="268"/>
            <ac:spMk id="5" creationId="{F93AD0DF-906D-70F5-B40C-A3561CCBC43B}"/>
          </ac:spMkLst>
        </pc:spChg>
      </pc:sldChg>
    </pc:docChg>
  </pc:docChgLst>
  <pc:docChgLst>
    <pc:chgData name="Ruhul Amin Sharif" userId="dff23b7321b8062c" providerId="Windows Live" clId="Web-{3A385648-3C0D-4C23-ADAD-DAD71226204A}"/>
    <pc:docChg chg="mod addSld delSld modSld sldOrd addMainMaster delMainMaster modMainMaster">
      <pc:chgData name="Ruhul Amin Sharif" userId="dff23b7321b8062c" providerId="Windows Live" clId="Web-{3A385648-3C0D-4C23-ADAD-DAD71226204A}" dt="2025-11-30T18:07:45.748" v="909"/>
      <pc:docMkLst>
        <pc:docMk/>
      </pc:docMkLst>
      <pc:sldChg chg="del">
        <pc:chgData name="Ruhul Amin Sharif" userId="dff23b7321b8062c" providerId="Windows Live" clId="Web-{3A385648-3C0D-4C23-ADAD-DAD71226204A}" dt="2025-11-30T13:43:58.520" v="5"/>
        <pc:sldMkLst>
          <pc:docMk/>
          <pc:sldMk cId="109857222" sldId="256"/>
        </pc:sldMkLst>
      </pc:sldChg>
      <pc:sldChg chg="addSp delSp modSp new mod ord modClrScheme chgLayout">
        <pc:chgData name="Ruhul Amin Sharif" userId="dff23b7321b8062c" providerId="Windows Live" clId="Web-{3A385648-3C0D-4C23-ADAD-DAD71226204A}" dt="2025-11-30T17:45:09.671" v="866" actId="1076"/>
        <pc:sldMkLst>
          <pc:docMk/>
          <pc:sldMk cId="153911517" sldId="256"/>
        </pc:sldMkLst>
        <pc:spChg chg="add del">
          <ac:chgData name="Ruhul Amin Sharif" userId="dff23b7321b8062c" providerId="Windows Live" clId="Web-{3A385648-3C0D-4C23-ADAD-DAD71226204A}" dt="2025-11-30T13:50:50.118" v="19"/>
          <ac:spMkLst>
            <pc:docMk/>
            <pc:sldMk cId="153911517" sldId="256"/>
            <ac:spMk id="2" creationId="{F29DBC0C-80A2-2514-0D0D-8B913121B629}"/>
          </ac:spMkLst>
        </pc:spChg>
        <pc:spChg chg="add mod">
          <ac:chgData name="Ruhul Amin Sharif" userId="dff23b7321b8062c" providerId="Windows Live" clId="Web-{3A385648-3C0D-4C23-ADAD-DAD71226204A}" dt="2025-11-30T14:40:11.222" v="204" actId="1076"/>
          <ac:spMkLst>
            <pc:docMk/>
            <pc:sldMk cId="153911517" sldId="256"/>
            <ac:spMk id="3" creationId="{2CC28B1B-8E1C-312B-03AA-4F23B4DA74C5}"/>
          </ac:spMkLst>
        </pc:spChg>
        <pc:spChg chg="add del mod ord">
          <ac:chgData name="Ruhul Amin Sharif" userId="dff23b7321b8062c" providerId="Windows Live" clId="Web-{3A385648-3C0D-4C23-ADAD-DAD71226204A}" dt="2025-11-30T14:12:29.023" v="66"/>
          <ac:spMkLst>
            <pc:docMk/>
            <pc:sldMk cId="153911517" sldId="256"/>
            <ac:spMk id="4" creationId="{50BA6ECE-FEFB-CE84-DACB-8AE83ADC0063}"/>
          </ac:spMkLst>
        </pc:spChg>
        <pc:spChg chg="add del">
          <ac:chgData name="Ruhul Amin Sharif" userId="dff23b7321b8062c" providerId="Windows Live" clId="Web-{3A385648-3C0D-4C23-ADAD-DAD71226204A}" dt="2025-11-30T14:12:14.632" v="63"/>
          <ac:spMkLst>
            <pc:docMk/>
            <pc:sldMk cId="153911517" sldId="256"/>
            <ac:spMk id="5" creationId="{6C57286D-C719-039A-416E-E22C07010F47}"/>
          </ac:spMkLst>
        </pc:spChg>
        <pc:spChg chg="add del">
          <ac:chgData name="Ruhul Amin Sharif" userId="dff23b7321b8062c" providerId="Windows Live" clId="Web-{3A385648-3C0D-4C23-ADAD-DAD71226204A}" dt="2025-11-30T14:12:26.773" v="65"/>
          <ac:spMkLst>
            <pc:docMk/>
            <pc:sldMk cId="153911517" sldId="256"/>
            <ac:spMk id="6" creationId="{5C21B0AE-09A2-25A7-C2C1-F1C8954AE04B}"/>
          </ac:spMkLst>
        </pc:spChg>
        <pc:spChg chg="add del">
          <ac:chgData name="Ruhul Amin Sharif" userId="dff23b7321b8062c" providerId="Windows Live" clId="Web-{3A385648-3C0D-4C23-ADAD-DAD71226204A}" dt="2025-11-30T14:12:52.773" v="68"/>
          <ac:spMkLst>
            <pc:docMk/>
            <pc:sldMk cId="153911517" sldId="256"/>
            <ac:spMk id="7" creationId="{1FD6E362-1661-A6D0-47FE-5E759881C5A7}"/>
          </ac:spMkLst>
        </pc:spChg>
        <pc:spChg chg="add del mod">
          <ac:chgData name="Ruhul Amin Sharif" userId="dff23b7321b8062c" providerId="Windows Live" clId="Web-{3A385648-3C0D-4C23-ADAD-DAD71226204A}" dt="2025-11-30T14:16:37.517" v="157"/>
          <ac:spMkLst>
            <pc:docMk/>
            <pc:sldMk cId="153911517" sldId="256"/>
            <ac:spMk id="8" creationId="{B335922C-6F17-2BB9-B23F-476EB72DAF12}"/>
          </ac:spMkLst>
        </pc:spChg>
        <pc:spChg chg="add mod">
          <ac:chgData name="Ruhul Amin Sharif" userId="dff23b7321b8062c" providerId="Windows Live" clId="Web-{3A385648-3C0D-4C23-ADAD-DAD71226204A}" dt="2025-11-30T14:20:12.208" v="171"/>
          <ac:spMkLst>
            <pc:docMk/>
            <pc:sldMk cId="153911517" sldId="256"/>
            <ac:spMk id="9" creationId="{E1E2E180-2DA3-52A5-16FE-E35BE8ABC252}"/>
          </ac:spMkLst>
        </pc:spChg>
        <pc:spChg chg="add del mod">
          <ac:chgData name="Ruhul Amin Sharif" userId="dff23b7321b8062c" providerId="Windows Live" clId="Web-{3A385648-3C0D-4C23-ADAD-DAD71226204A}" dt="2025-11-30T14:15:12.110" v="141"/>
          <ac:spMkLst>
            <pc:docMk/>
            <pc:sldMk cId="153911517" sldId="256"/>
            <ac:spMk id="10" creationId="{E8DD05FE-2ABE-C9F8-B9A9-496E8F2E6F38}"/>
          </ac:spMkLst>
        </pc:spChg>
        <pc:spChg chg="add del mod">
          <ac:chgData name="Ruhul Amin Sharif" userId="dff23b7321b8062c" providerId="Windows Live" clId="Web-{3A385648-3C0D-4C23-ADAD-DAD71226204A}" dt="2025-11-30T14:28:03.702" v="180"/>
          <ac:spMkLst>
            <pc:docMk/>
            <pc:sldMk cId="153911517" sldId="256"/>
            <ac:spMk id="11" creationId="{094006CE-2FE6-5225-C5CF-0B3A021ECF0B}"/>
          </ac:spMkLst>
        </pc:spChg>
        <pc:spChg chg="add del mod">
          <ac:chgData name="Ruhul Amin Sharif" userId="dff23b7321b8062c" providerId="Windows Live" clId="Web-{3A385648-3C0D-4C23-ADAD-DAD71226204A}" dt="2025-11-30T14:28:07.499" v="182"/>
          <ac:spMkLst>
            <pc:docMk/>
            <pc:sldMk cId="153911517" sldId="256"/>
            <ac:spMk id="12" creationId="{97267AC4-5FE1-0F3A-A7C7-C2F26682517A}"/>
          </ac:spMkLst>
        </pc:spChg>
        <pc:spChg chg="add del mod">
          <ac:chgData name="Ruhul Amin Sharif" userId="dff23b7321b8062c" providerId="Windows Live" clId="Web-{3A385648-3C0D-4C23-ADAD-DAD71226204A}" dt="2025-11-30T14:28:27.749" v="185"/>
          <ac:spMkLst>
            <pc:docMk/>
            <pc:sldMk cId="153911517" sldId="256"/>
            <ac:spMk id="13" creationId="{30E20F5C-6639-57DC-9063-178E26032F94}"/>
          </ac:spMkLst>
        </pc:spChg>
        <pc:spChg chg="add mod ord">
          <ac:chgData name="Ruhul Amin Sharif" userId="dff23b7321b8062c" providerId="Windows Live" clId="Web-{3A385648-3C0D-4C23-ADAD-DAD71226204A}" dt="2025-11-30T16:07:40.468" v="583"/>
          <ac:spMkLst>
            <pc:docMk/>
            <pc:sldMk cId="153911517" sldId="256"/>
            <ac:spMk id="15" creationId="{2F13B9B6-D271-7161-E945-27DC6DD304FF}"/>
          </ac:spMkLst>
        </pc:spChg>
        <pc:spChg chg="add mod ord">
          <ac:chgData name="Ruhul Amin Sharif" userId="dff23b7321b8062c" providerId="Windows Live" clId="Web-{3A385648-3C0D-4C23-ADAD-DAD71226204A}" dt="2025-11-30T17:45:09.671" v="866" actId="1076"/>
          <ac:spMkLst>
            <pc:docMk/>
            <pc:sldMk cId="153911517" sldId="256"/>
            <ac:spMk id="16" creationId="{65C91464-EE10-D867-E087-3DD0858C96EF}"/>
          </ac:spMkLst>
        </pc:spChg>
        <pc:spChg chg="add mod ord">
          <ac:chgData name="Ruhul Amin Sharif" userId="dff23b7321b8062c" providerId="Windows Live" clId="Web-{3A385648-3C0D-4C23-ADAD-DAD71226204A}" dt="2025-11-30T16:07:40.468" v="583"/>
          <ac:spMkLst>
            <pc:docMk/>
            <pc:sldMk cId="153911517" sldId="256"/>
            <ac:spMk id="17" creationId="{7B9C9D04-0BB7-3138-A506-48982635562A}"/>
          </ac:spMkLst>
        </pc:spChg>
        <pc:spChg chg="add">
          <ac:chgData name="Ruhul Amin Sharif" userId="dff23b7321b8062c" providerId="Windows Live" clId="Web-{3A385648-3C0D-4C23-ADAD-DAD71226204A}" dt="2025-11-30T17:44:58.936" v="865"/>
          <ac:spMkLst>
            <pc:docMk/>
            <pc:sldMk cId="153911517" sldId="256"/>
            <ac:spMk id="19" creationId="{C9F5FC70-AFCE-4A3D-7D08-6168EA1E83F7}"/>
          </ac:spMkLst>
        </pc:spChg>
        <pc:picChg chg="add del mod">
          <ac:chgData name="Ruhul Amin Sharif" userId="dff23b7321b8062c" providerId="Windows Live" clId="Web-{3A385648-3C0D-4C23-ADAD-DAD71226204A}" dt="2025-11-30T14:32:37.396" v="187"/>
          <ac:picMkLst>
            <pc:docMk/>
            <pc:sldMk cId="153911517" sldId="256"/>
            <ac:picMk id="14" creationId="{A74D6D14-273F-89A7-D8DA-ACC2D1A087B8}"/>
          </ac:picMkLst>
        </pc:picChg>
      </pc:sldChg>
      <pc:sldChg chg="modSp new del mod modClrScheme chgLayout">
        <pc:chgData name="Ruhul Amin Sharif" userId="dff23b7321b8062c" providerId="Windows Live" clId="Web-{3A385648-3C0D-4C23-ADAD-DAD71226204A}" dt="2025-11-30T13:50:26.788" v="13"/>
        <pc:sldMkLst>
          <pc:docMk/>
          <pc:sldMk cId="3645595578" sldId="256"/>
        </pc:sldMkLst>
        <pc:spChg chg="mod ord">
          <ac:chgData name="Ruhul Amin Sharif" userId="dff23b7321b8062c" providerId="Windows Live" clId="Web-{3A385648-3C0D-4C23-ADAD-DAD71226204A}" dt="2025-11-30T13:49:49.661" v="11"/>
          <ac:spMkLst>
            <pc:docMk/>
            <pc:sldMk cId="3645595578" sldId="256"/>
            <ac:spMk id="2" creationId="{3BF8E88C-EB58-30BA-970E-02F39E136B0C}"/>
          </ac:spMkLst>
        </pc:spChg>
        <pc:spChg chg="mod ord">
          <ac:chgData name="Ruhul Amin Sharif" userId="dff23b7321b8062c" providerId="Windows Live" clId="Web-{3A385648-3C0D-4C23-ADAD-DAD71226204A}" dt="2025-11-30T13:49:49.661" v="11"/>
          <ac:spMkLst>
            <pc:docMk/>
            <pc:sldMk cId="3645595578" sldId="256"/>
            <ac:spMk id="3" creationId="{F997627F-ACDC-C70B-F0C9-D4EA603F0E03}"/>
          </ac:spMkLst>
        </pc:spChg>
      </pc:sldChg>
      <pc:sldChg chg="new del">
        <pc:chgData name="Ruhul Amin Sharif" userId="dff23b7321b8062c" providerId="Windows Live" clId="Web-{3A385648-3C0D-4C23-ADAD-DAD71226204A}" dt="2025-11-30T13:43:56.708" v="4"/>
        <pc:sldMkLst>
          <pc:docMk/>
          <pc:sldMk cId="1005462885" sldId="257"/>
        </pc:sldMkLst>
      </pc:sldChg>
      <pc:sldChg chg="new del mod modClrScheme chgLayout">
        <pc:chgData name="Ruhul Amin Sharif" userId="dff23b7321b8062c" providerId="Windows Live" clId="Web-{3A385648-3C0D-4C23-ADAD-DAD71226204A}" dt="2025-11-30T14:06:59.525" v="30"/>
        <pc:sldMkLst>
          <pc:docMk/>
          <pc:sldMk cId="1237503015" sldId="257"/>
        </pc:sldMkLst>
      </pc:sldChg>
      <pc:sldChg chg="new del">
        <pc:chgData name="Ruhul Amin Sharif" userId="dff23b7321b8062c" providerId="Windows Live" clId="Web-{3A385648-3C0D-4C23-ADAD-DAD71226204A}" dt="2025-11-30T13:50:42.977" v="17"/>
        <pc:sldMkLst>
          <pc:docMk/>
          <pc:sldMk cId="1251738920" sldId="257"/>
        </pc:sldMkLst>
      </pc:sldChg>
      <pc:sldChg chg="addSp delSp modSp add mod replId modClrScheme chgLayout">
        <pc:chgData name="Ruhul Amin Sharif" userId="dff23b7321b8062c" providerId="Windows Live" clId="Web-{3A385648-3C0D-4C23-ADAD-DAD71226204A}" dt="2025-11-30T17:46:07.159" v="870" actId="1076"/>
        <pc:sldMkLst>
          <pc:docMk/>
          <pc:sldMk cId="1459171254" sldId="257"/>
        </pc:sldMkLst>
        <pc:spChg chg="add del mod ord">
          <ac:chgData name="Ruhul Amin Sharif" userId="dff23b7321b8062c" providerId="Windows Live" clId="Web-{3A385648-3C0D-4C23-ADAD-DAD71226204A}" dt="2025-11-30T14:50:41.049" v="348"/>
          <ac:spMkLst>
            <pc:docMk/>
            <pc:sldMk cId="1459171254" sldId="257"/>
            <ac:spMk id="2" creationId="{2DCAACAA-A5DA-2D66-4248-1B764F0E4768}"/>
          </ac:spMkLst>
        </pc:spChg>
        <pc:spChg chg="add mod ord">
          <ac:chgData name="Ruhul Amin Sharif" userId="dff23b7321b8062c" providerId="Windows Live" clId="Web-{3A385648-3C0D-4C23-ADAD-DAD71226204A}" dt="2025-11-30T16:07:40.468" v="583"/>
          <ac:spMkLst>
            <pc:docMk/>
            <pc:sldMk cId="1459171254" sldId="257"/>
            <ac:spMk id="4" creationId="{37823E27-C8E2-1827-9B62-59B50A34984E}"/>
          </ac:spMkLst>
        </pc:spChg>
        <pc:spChg chg="add mod ord">
          <ac:chgData name="Ruhul Amin Sharif" userId="dff23b7321b8062c" providerId="Windows Live" clId="Web-{3A385648-3C0D-4C23-ADAD-DAD71226204A}" dt="2025-11-30T16:07:40.468" v="583"/>
          <ac:spMkLst>
            <pc:docMk/>
            <pc:sldMk cId="1459171254" sldId="257"/>
            <ac:spMk id="5" creationId="{413611B1-04CA-8184-A277-379369FCC478}"/>
          </ac:spMkLst>
        </pc:spChg>
        <pc:spChg chg="add mod ord">
          <ac:chgData name="Ruhul Amin Sharif" userId="dff23b7321b8062c" providerId="Windows Live" clId="Web-{3A385648-3C0D-4C23-ADAD-DAD71226204A}" dt="2025-11-30T17:46:07.159" v="870" actId="1076"/>
          <ac:spMkLst>
            <pc:docMk/>
            <pc:sldMk cId="1459171254" sldId="257"/>
            <ac:spMk id="8" creationId="{F008920D-1D2A-ACBF-4A8F-3FAA056521B2}"/>
          </ac:spMkLst>
        </pc:spChg>
        <pc:spChg chg="add">
          <ac:chgData name="Ruhul Amin Sharif" userId="dff23b7321b8062c" providerId="Windows Live" clId="Web-{3A385648-3C0D-4C23-ADAD-DAD71226204A}" dt="2025-11-30T17:45:40.704" v="869"/>
          <ac:spMkLst>
            <pc:docMk/>
            <pc:sldMk cId="1459171254" sldId="257"/>
            <ac:spMk id="11" creationId="{19C0D278-2C03-72A6-6630-2CA51D201774}"/>
          </ac:spMkLst>
        </pc:spChg>
        <pc:spChg chg="mod ord">
          <ac:chgData name="Ruhul Amin Sharif" userId="dff23b7321b8062c" providerId="Windows Live" clId="Web-{3A385648-3C0D-4C23-ADAD-DAD71226204A}" dt="2025-11-30T16:07:40.468" v="583"/>
          <ac:spMkLst>
            <pc:docMk/>
            <pc:sldMk cId="1459171254" sldId="257"/>
            <ac:spMk id="15" creationId="{E4F0E811-324E-FD31-3B30-6EC19371EE8D}"/>
          </ac:spMkLst>
        </pc:spChg>
        <pc:cxnChg chg="add del">
          <ac:chgData name="Ruhul Amin Sharif" userId="dff23b7321b8062c" providerId="Windows Live" clId="Web-{3A385648-3C0D-4C23-ADAD-DAD71226204A}" dt="2025-11-30T14:50:12.189" v="345"/>
          <ac:cxnSpMkLst>
            <pc:docMk/>
            <pc:sldMk cId="1459171254" sldId="257"/>
            <ac:cxnSpMk id="6" creationId="{8E1FE7D3-B8E1-FE5B-123F-FD58B9E51915}"/>
          </ac:cxnSpMkLst>
        </pc:cxnChg>
      </pc:sldChg>
      <pc:sldChg chg="new del">
        <pc:chgData name="Ruhul Amin Sharif" userId="dff23b7321b8062c" providerId="Windows Live" clId="Web-{3A385648-3C0D-4C23-ADAD-DAD71226204A}" dt="2025-11-30T13:50:27.835" v="14"/>
        <pc:sldMkLst>
          <pc:docMk/>
          <pc:sldMk cId="3705067380" sldId="257"/>
        </pc:sldMkLst>
      </pc:sldChg>
      <pc:sldChg chg="addSp modSp add mod ord replId modClrScheme chgLayout">
        <pc:chgData name="Ruhul Amin Sharif" userId="dff23b7321b8062c" providerId="Windows Live" clId="Web-{3A385648-3C0D-4C23-ADAD-DAD71226204A}" dt="2025-11-30T17:46:49.474" v="876" actId="1076"/>
        <pc:sldMkLst>
          <pc:docMk/>
          <pc:sldMk cId="1153024550" sldId="258"/>
        </pc:sldMkLst>
        <pc:spChg chg="add">
          <ac:chgData name="Ruhul Amin Sharif" userId="dff23b7321b8062c" providerId="Windows Live" clId="Web-{3A385648-3C0D-4C23-ADAD-DAD71226204A}" dt="2025-11-30T17:46:40.427" v="875"/>
          <ac:spMkLst>
            <pc:docMk/>
            <pc:sldMk cId="1153024550" sldId="258"/>
            <ac:spMk id="4" creationId="{1D237E2E-0AFC-8B2B-1258-2B9EA1A66BCD}"/>
          </ac:spMkLst>
        </pc:spChg>
        <pc:spChg chg="mod ord">
          <ac:chgData name="Ruhul Amin Sharif" userId="dff23b7321b8062c" providerId="Windows Live" clId="Web-{3A385648-3C0D-4C23-ADAD-DAD71226204A}" dt="2025-11-30T16:07:40.468" v="583"/>
          <ac:spMkLst>
            <pc:docMk/>
            <pc:sldMk cId="1153024550" sldId="258"/>
            <ac:spMk id="15" creationId="{0C0DA0A4-04DD-8FC4-BC85-12EBFA5EAD05}"/>
          </ac:spMkLst>
        </pc:spChg>
        <pc:spChg chg="mod ord">
          <ac:chgData name="Ruhul Amin Sharif" userId="dff23b7321b8062c" providerId="Windows Live" clId="Web-{3A385648-3C0D-4C23-ADAD-DAD71226204A}" dt="2025-11-30T17:46:49.474" v="876" actId="1076"/>
          <ac:spMkLst>
            <pc:docMk/>
            <pc:sldMk cId="1153024550" sldId="258"/>
            <ac:spMk id="16" creationId="{44F44DFD-9AB2-3085-5A1F-8D98494A1ED0}"/>
          </ac:spMkLst>
        </pc:spChg>
        <pc:spChg chg="mod ord">
          <ac:chgData name="Ruhul Amin Sharif" userId="dff23b7321b8062c" providerId="Windows Live" clId="Web-{3A385648-3C0D-4C23-ADAD-DAD71226204A}" dt="2025-11-30T16:07:40.468" v="583"/>
          <ac:spMkLst>
            <pc:docMk/>
            <pc:sldMk cId="1153024550" sldId="258"/>
            <ac:spMk id="17" creationId="{F5DAC426-01A3-82ED-72B2-B573F440C5FD}"/>
          </ac:spMkLst>
        </pc:spChg>
      </pc:sldChg>
      <pc:sldChg chg="new del">
        <pc:chgData name="Ruhul Amin Sharif" userId="dff23b7321b8062c" providerId="Windows Live" clId="Web-{3A385648-3C0D-4C23-ADAD-DAD71226204A}" dt="2025-11-30T14:06:58.837" v="29"/>
        <pc:sldMkLst>
          <pc:docMk/>
          <pc:sldMk cId="1452986586" sldId="258"/>
        </pc:sldMkLst>
      </pc:sldChg>
      <pc:sldChg chg="addSp delSp modSp new del mod setBg">
        <pc:chgData name="Ruhul Amin Sharif" userId="dff23b7321b8062c" providerId="Windows Live" clId="Web-{3A385648-3C0D-4C23-ADAD-DAD71226204A}" dt="2025-11-30T13:43:55.536" v="3"/>
        <pc:sldMkLst>
          <pc:docMk/>
          <pc:sldMk cId="3082283127" sldId="258"/>
        </pc:sldMkLst>
        <pc:spChg chg="mod">
          <ac:chgData name="Ruhul Amin Sharif" userId="dff23b7321b8062c" providerId="Windows Live" clId="Web-{3A385648-3C0D-4C23-ADAD-DAD71226204A}" dt="2025-11-30T13:43:50.083" v="2"/>
          <ac:spMkLst>
            <pc:docMk/>
            <pc:sldMk cId="3082283127" sldId="258"/>
            <ac:spMk id="2" creationId="{D73EA767-04B3-400F-6D28-7229CE3FC359}"/>
          </ac:spMkLst>
        </pc:spChg>
        <pc:spChg chg="del">
          <ac:chgData name="Ruhul Amin Sharif" userId="dff23b7321b8062c" providerId="Windows Live" clId="Web-{3A385648-3C0D-4C23-ADAD-DAD71226204A}" dt="2025-11-30T13:43:50.083" v="2"/>
          <ac:spMkLst>
            <pc:docMk/>
            <pc:sldMk cId="3082283127" sldId="258"/>
            <ac:spMk id="3" creationId="{D67D0341-C00B-DA0C-547C-87F6DF9C0F1E}"/>
          </ac:spMkLst>
        </pc:spChg>
        <pc:spChg chg="mod">
          <ac:chgData name="Ruhul Amin Sharif" userId="dff23b7321b8062c" providerId="Windows Live" clId="Web-{3A385648-3C0D-4C23-ADAD-DAD71226204A}" dt="2025-11-30T13:43:50.083" v="2"/>
          <ac:spMkLst>
            <pc:docMk/>
            <pc:sldMk cId="3082283127" sldId="258"/>
            <ac:spMk id="4" creationId="{BA20EA57-A2E5-978C-5419-B909C8EF2B57}"/>
          </ac:spMkLst>
        </pc:spChg>
        <pc:spChg chg="add">
          <ac:chgData name="Ruhul Amin Sharif" userId="dff23b7321b8062c" providerId="Windows Live" clId="Web-{3A385648-3C0D-4C23-ADAD-DAD71226204A}" dt="2025-11-30T13:43:50.083" v="2"/>
          <ac:spMkLst>
            <pc:docMk/>
            <pc:sldMk cId="3082283127" sldId="258"/>
            <ac:spMk id="9" creationId="{B6CDA21F-E7AF-4C75-8395-33F58D5B0E45}"/>
          </ac:spMkLst>
        </pc:spChg>
        <pc:spChg chg="add">
          <ac:chgData name="Ruhul Amin Sharif" userId="dff23b7321b8062c" providerId="Windows Live" clId="Web-{3A385648-3C0D-4C23-ADAD-DAD71226204A}" dt="2025-11-30T13:43:50.083" v="2"/>
          <ac:spMkLst>
            <pc:docMk/>
            <pc:sldMk cId="3082283127" sldId="258"/>
            <ac:spMk id="16" creationId="{D5B0017B-2ECA-49AF-B397-DC140825DF8D}"/>
          </ac:spMkLst>
        </pc:spChg>
        <pc:grpChg chg="add">
          <ac:chgData name="Ruhul Amin Sharif" userId="dff23b7321b8062c" providerId="Windows Live" clId="Web-{3A385648-3C0D-4C23-ADAD-DAD71226204A}" dt="2025-11-30T13:43:50.083" v="2"/>
          <ac:grpSpMkLst>
            <pc:docMk/>
            <pc:sldMk cId="3082283127" sldId="258"/>
            <ac:grpSpMk id="11" creationId="{AE1C45F0-260A-458C-96ED-C1F6D2151219}"/>
          </ac:grpSpMkLst>
        </pc:grpChg>
        <pc:cxnChg chg="add">
          <ac:chgData name="Ruhul Amin Sharif" userId="dff23b7321b8062c" providerId="Windows Live" clId="Web-{3A385648-3C0D-4C23-ADAD-DAD71226204A}" dt="2025-11-30T13:43:50.083" v="2"/>
          <ac:cxnSpMkLst>
            <pc:docMk/>
            <pc:sldMk cId="3082283127" sldId="258"/>
            <ac:cxnSpMk id="18" creationId="{6CF1BAF6-AD41-4082-B212-8A1F9A2E8779}"/>
          </ac:cxnSpMkLst>
        </pc:cxnChg>
      </pc:sldChg>
      <pc:sldChg chg="addSp delSp modSp add mod ord replId modClrScheme chgLayout">
        <pc:chgData name="Ruhul Amin Sharif" userId="dff23b7321b8062c" providerId="Windows Live" clId="Web-{3A385648-3C0D-4C23-ADAD-DAD71226204A}" dt="2025-11-30T18:01:38.854" v="890"/>
        <pc:sldMkLst>
          <pc:docMk/>
          <pc:sldMk cId="3646855482" sldId="259"/>
        </pc:sldMkLst>
        <pc:spChg chg="mod">
          <ac:chgData name="Ruhul Amin Sharif" userId="dff23b7321b8062c" providerId="Windows Live" clId="Web-{3A385648-3C0D-4C23-ADAD-DAD71226204A}" dt="2025-11-30T18:01:38.854" v="890"/>
          <ac:spMkLst>
            <pc:docMk/>
            <pc:sldMk cId="3646855482" sldId="259"/>
            <ac:spMk id="3" creationId="{132F2763-407C-7927-2D68-85547F60E3ED}"/>
          </ac:spMkLst>
        </pc:spChg>
        <pc:spChg chg="add del mod ord">
          <ac:chgData name="Ruhul Amin Sharif" userId="dff23b7321b8062c" providerId="Windows Live" clId="Web-{3A385648-3C0D-4C23-ADAD-DAD71226204A}" dt="2025-11-30T16:56:04.455" v="655"/>
          <ac:spMkLst>
            <pc:docMk/>
            <pc:sldMk cId="3646855482" sldId="259"/>
            <ac:spMk id="4" creationId="{014072CE-A0DD-3D88-D2D4-BC281B766265}"/>
          </ac:spMkLst>
        </pc:spChg>
        <pc:spChg chg="add del mod ord">
          <ac:chgData name="Ruhul Amin Sharif" userId="dff23b7321b8062c" providerId="Windows Live" clId="Web-{3A385648-3C0D-4C23-ADAD-DAD71226204A}" dt="2025-11-30T16:56:04.455" v="655"/>
          <ac:spMkLst>
            <pc:docMk/>
            <pc:sldMk cId="3646855482" sldId="259"/>
            <ac:spMk id="6" creationId="{2B9ED33C-AF3C-A5EE-79D7-8E4E3AD5F637}"/>
          </ac:spMkLst>
        </pc:spChg>
        <pc:spChg chg="mod ord">
          <ac:chgData name="Ruhul Amin Sharif" userId="dff23b7321b8062c" providerId="Windows Live" clId="Web-{3A385648-3C0D-4C23-ADAD-DAD71226204A}" dt="2025-11-30T16:56:04.455" v="655"/>
          <ac:spMkLst>
            <pc:docMk/>
            <pc:sldMk cId="3646855482" sldId="259"/>
            <ac:spMk id="15" creationId="{C84529A0-C9BE-6318-BAF0-D8BF4CA1B254}"/>
          </ac:spMkLst>
        </pc:spChg>
        <pc:spChg chg="del">
          <ac:chgData name="Ruhul Amin Sharif" userId="dff23b7321b8062c" providerId="Windows Live" clId="Web-{3A385648-3C0D-4C23-ADAD-DAD71226204A}" dt="2025-11-30T15:31:22.633" v="414"/>
          <ac:spMkLst>
            <pc:docMk/>
            <pc:sldMk cId="3646855482" sldId="259"/>
            <ac:spMk id="16" creationId="{66AECD4B-3ED7-1861-FBBB-D54EF5CC06EB}"/>
          </ac:spMkLst>
        </pc:spChg>
        <pc:spChg chg="del">
          <ac:chgData name="Ruhul Amin Sharif" userId="dff23b7321b8062c" providerId="Windows Live" clId="Web-{3A385648-3C0D-4C23-ADAD-DAD71226204A}" dt="2025-11-30T15:31:28.290" v="415"/>
          <ac:spMkLst>
            <pc:docMk/>
            <pc:sldMk cId="3646855482" sldId="259"/>
            <ac:spMk id="17" creationId="{3D168455-9116-B68C-C1BC-FD182121287B}"/>
          </ac:spMkLst>
        </pc:spChg>
      </pc:sldChg>
      <pc:sldChg chg="addSp delSp modSp add mod replId modClrScheme chgLayout">
        <pc:chgData name="Ruhul Amin Sharif" userId="dff23b7321b8062c" providerId="Windows Live" clId="Web-{3A385648-3C0D-4C23-ADAD-DAD71226204A}" dt="2025-11-30T17:46:20.129" v="872"/>
        <pc:sldMkLst>
          <pc:docMk/>
          <pc:sldMk cId="2230032793" sldId="260"/>
        </pc:sldMkLst>
        <pc:spChg chg="add del mod">
          <ac:chgData name="Ruhul Amin Sharif" userId="dff23b7321b8062c" providerId="Windows Live" clId="Web-{3A385648-3C0D-4C23-ADAD-DAD71226204A}" dt="2025-11-30T15:45:22.493" v="486"/>
          <ac:spMkLst>
            <pc:docMk/>
            <pc:sldMk cId="2230032793" sldId="260"/>
            <ac:spMk id="2" creationId="{384880BB-377B-F24A-A7CA-B308CACEC9E0}"/>
          </ac:spMkLst>
        </pc:spChg>
        <pc:spChg chg="mod ord">
          <ac:chgData name="Ruhul Amin Sharif" userId="dff23b7321b8062c" providerId="Windows Live" clId="Web-{3A385648-3C0D-4C23-ADAD-DAD71226204A}" dt="2025-11-30T16:07:40.468" v="583"/>
          <ac:spMkLst>
            <pc:docMk/>
            <pc:sldMk cId="2230032793" sldId="260"/>
            <ac:spMk id="4" creationId="{75194A59-F250-5F95-5D0F-C8169797B121}"/>
          </ac:spMkLst>
        </pc:spChg>
        <pc:spChg chg="mod ord">
          <ac:chgData name="Ruhul Amin Sharif" userId="dff23b7321b8062c" providerId="Windows Live" clId="Web-{3A385648-3C0D-4C23-ADAD-DAD71226204A}" dt="2025-11-30T16:07:40.468" v="583"/>
          <ac:spMkLst>
            <pc:docMk/>
            <pc:sldMk cId="2230032793" sldId="260"/>
            <ac:spMk id="5" creationId="{62A10446-8786-56F4-18C4-20500CDDBB4E}"/>
          </ac:spMkLst>
        </pc:spChg>
        <pc:spChg chg="add del mod">
          <ac:chgData name="Ruhul Amin Sharif" userId="dff23b7321b8062c" providerId="Windows Live" clId="Web-{3A385648-3C0D-4C23-ADAD-DAD71226204A}" dt="2025-11-30T15:45:34.352" v="489"/>
          <ac:spMkLst>
            <pc:docMk/>
            <pc:sldMk cId="2230032793" sldId="260"/>
            <ac:spMk id="6" creationId="{E0F9A328-ECA9-CC4E-B0A6-FA23EEE9998F}"/>
          </ac:spMkLst>
        </pc:spChg>
        <pc:spChg chg="add mod ord">
          <ac:chgData name="Ruhul Amin Sharif" userId="dff23b7321b8062c" providerId="Windows Live" clId="Web-{3A385648-3C0D-4C23-ADAD-DAD71226204A}" dt="2025-11-30T16:07:40.468" v="583"/>
          <ac:spMkLst>
            <pc:docMk/>
            <pc:sldMk cId="2230032793" sldId="260"/>
            <ac:spMk id="7" creationId="{6745CF89-498B-0FCA-36C4-075B83B9FC61}"/>
          </ac:spMkLst>
        </pc:spChg>
        <pc:spChg chg="mod ord">
          <ac:chgData name="Ruhul Amin Sharif" userId="dff23b7321b8062c" providerId="Windows Live" clId="Web-{3A385648-3C0D-4C23-ADAD-DAD71226204A}" dt="2025-11-30T17:46:16.879" v="871" actId="20577"/>
          <ac:spMkLst>
            <pc:docMk/>
            <pc:sldMk cId="2230032793" sldId="260"/>
            <ac:spMk id="8" creationId="{D37E45A8-7F3D-2F2F-EF10-BD57BAB18A40}"/>
          </ac:spMkLst>
        </pc:spChg>
        <pc:spChg chg="add mod ord">
          <ac:chgData name="Ruhul Amin Sharif" userId="dff23b7321b8062c" providerId="Windows Live" clId="Web-{3A385648-3C0D-4C23-ADAD-DAD71226204A}" dt="2025-11-30T16:07:40.468" v="583"/>
          <ac:spMkLst>
            <pc:docMk/>
            <pc:sldMk cId="2230032793" sldId="260"/>
            <ac:spMk id="10" creationId="{A93568DD-555E-A64B-7564-1677FC90DD89}"/>
          </ac:spMkLst>
        </pc:spChg>
        <pc:spChg chg="add">
          <ac:chgData name="Ruhul Amin Sharif" userId="dff23b7321b8062c" providerId="Windows Live" clId="Web-{3A385648-3C0D-4C23-ADAD-DAD71226204A}" dt="2025-11-30T17:46:20.129" v="872"/>
          <ac:spMkLst>
            <pc:docMk/>
            <pc:sldMk cId="2230032793" sldId="260"/>
            <ac:spMk id="12" creationId="{82FF9613-EBFE-6A97-4CFC-4C259B6B32F9}"/>
          </ac:spMkLst>
        </pc:spChg>
        <pc:spChg chg="mod ord">
          <ac:chgData name="Ruhul Amin Sharif" userId="dff23b7321b8062c" providerId="Windows Live" clId="Web-{3A385648-3C0D-4C23-ADAD-DAD71226204A}" dt="2025-11-30T16:07:40.468" v="583"/>
          <ac:spMkLst>
            <pc:docMk/>
            <pc:sldMk cId="2230032793" sldId="260"/>
            <ac:spMk id="15" creationId="{D3E477F5-3025-3D31-DFAD-B44F2197CE45}"/>
          </ac:spMkLst>
        </pc:spChg>
      </pc:sldChg>
      <pc:sldChg chg="addSp delSp modSp add mod ord replId modClrScheme chgLayout">
        <pc:chgData name="Ruhul Amin Sharif" userId="dff23b7321b8062c" providerId="Windows Live" clId="Web-{3A385648-3C0D-4C23-ADAD-DAD71226204A}" dt="2025-11-30T17:44:54.498" v="864"/>
        <pc:sldMkLst>
          <pc:docMk/>
          <pc:sldMk cId="3247813156" sldId="261"/>
        </pc:sldMkLst>
        <pc:spChg chg="add del">
          <ac:chgData name="Ruhul Amin Sharif" userId="dff23b7321b8062c" providerId="Windows Live" clId="Web-{3A385648-3C0D-4C23-ADAD-DAD71226204A}" dt="2025-11-30T17:23:01.554" v="744"/>
          <ac:spMkLst>
            <pc:docMk/>
            <pc:sldMk cId="3247813156" sldId="261"/>
            <ac:spMk id="3" creationId="{95B14B40-D9BC-8C77-7512-25433A6B6853}"/>
          </ac:spMkLst>
        </pc:spChg>
        <pc:spChg chg="mod ord">
          <ac:chgData name="Ruhul Amin Sharif" userId="dff23b7321b8062c" providerId="Windows Live" clId="Web-{3A385648-3C0D-4C23-ADAD-DAD71226204A}" dt="2025-11-30T17:39:54.862" v="855" actId="20577"/>
          <ac:spMkLst>
            <pc:docMk/>
            <pc:sldMk cId="3247813156" sldId="261"/>
            <ac:spMk id="4" creationId="{5B4C9E87-AF9F-6976-AC4B-2C6A173D7FFB}"/>
          </ac:spMkLst>
        </pc:spChg>
        <pc:spChg chg="add del mod">
          <ac:chgData name="Ruhul Amin Sharif" userId="dff23b7321b8062c" providerId="Windows Live" clId="Web-{3A385648-3C0D-4C23-ADAD-DAD71226204A}" dt="2025-11-30T17:38:54.142" v="824"/>
          <ac:spMkLst>
            <pc:docMk/>
            <pc:sldMk cId="3247813156" sldId="261"/>
            <ac:spMk id="5" creationId="{A7545661-C7AF-99BB-C535-A60CF9CE68FB}"/>
          </ac:spMkLst>
        </pc:spChg>
        <pc:spChg chg="del">
          <ac:chgData name="Ruhul Amin Sharif" userId="dff23b7321b8062c" providerId="Windows Live" clId="Web-{3A385648-3C0D-4C23-ADAD-DAD71226204A}" dt="2025-11-30T15:46:34.400" v="498"/>
          <ac:spMkLst>
            <pc:docMk/>
            <pc:sldMk cId="3247813156" sldId="261"/>
            <ac:spMk id="6" creationId="{16A5AFC7-69DE-92E7-0BBB-D68AFAD20157}"/>
          </ac:spMkLst>
        </pc:spChg>
        <pc:spChg chg="add mod">
          <ac:chgData name="Ruhul Amin Sharif" userId="dff23b7321b8062c" providerId="Windows Live" clId="Web-{3A385648-3C0D-4C23-ADAD-DAD71226204A}" dt="2025-11-30T17:43:36.991" v="859"/>
          <ac:spMkLst>
            <pc:docMk/>
            <pc:sldMk cId="3247813156" sldId="261"/>
            <ac:spMk id="7" creationId="{7AAF7F05-94E2-6FD9-5CDD-52D6BAE72410}"/>
          </ac:spMkLst>
        </pc:spChg>
        <pc:spChg chg="add del">
          <ac:chgData name="Ruhul Amin Sharif" userId="dff23b7321b8062c" providerId="Windows Live" clId="Web-{3A385648-3C0D-4C23-ADAD-DAD71226204A}" dt="2025-11-30T17:41:23.552" v="858"/>
          <ac:spMkLst>
            <pc:docMk/>
            <pc:sldMk cId="3247813156" sldId="261"/>
            <ac:spMk id="8" creationId="{ED8A2469-F870-7E02-9F94-6CDF0104DA90}"/>
          </ac:spMkLst>
        </pc:spChg>
        <pc:spChg chg="add del">
          <ac:chgData name="Ruhul Amin Sharif" userId="dff23b7321b8062c" providerId="Windows Live" clId="Web-{3A385648-3C0D-4C23-ADAD-DAD71226204A}" dt="2025-11-30T17:23:00.788" v="743"/>
          <ac:spMkLst>
            <pc:docMk/>
            <pc:sldMk cId="3247813156" sldId="261"/>
            <ac:spMk id="9" creationId="{76A3721E-E339-F7E0-778E-AA035DDA0811}"/>
          </ac:spMkLst>
        </pc:spChg>
        <pc:spChg chg="add del">
          <ac:chgData name="Ruhul Amin Sharif" userId="dff23b7321b8062c" providerId="Windows Live" clId="Web-{3A385648-3C0D-4C23-ADAD-DAD71226204A}" dt="2025-11-30T17:44:54.498" v="864"/>
          <ac:spMkLst>
            <pc:docMk/>
            <pc:sldMk cId="3247813156" sldId="261"/>
            <ac:spMk id="10" creationId="{41E8E84F-3FA2-A83C-CFEF-F0509EDF340F}"/>
          </ac:spMkLst>
        </pc:spChg>
        <pc:spChg chg="mod ord">
          <ac:chgData name="Ruhul Amin Sharif" userId="dff23b7321b8062c" providerId="Windows Live" clId="Web-{3A385648-3C0D-4C23-ADAD-DAD71226204A}" dt="2025-11-30T16:07:40.468" v="583"/>
          <ac:spMkLst>
            <pc:docMk/>
            <pc:sldMk cId="3247813156" sldId="261"/>
            <ac:spMk id="15" creationId="{55F666F3-B570-DCF5-8905-4C6AD6E38A57}"/>
          </ac:spMkLst>
        </pc:spChg>
      </pc:sldChg>
      <pc:sldChg chg="addSp modSp add mod ord replId modClrScheme chgLayout">
        <pc:chgData name="Ruhul Amin Sharif" userId="dff23b7321b8062c" providerId="Windows Live" clId="Web-{3A385648-3C0D-4C23-ADAD-DAD71226204A}" dt="2025-11-30T17:49:41.622" v="889" actId="1076"/>
        <pc:sldMkLst>
          <pc:docMk/>
          <pc:sldMk cId="3520344684" sldId="262"/>
        </pc:sldMkLst>
        <pc:spChg chg="add mod ord">
          <ac:chgData name="Ruhul Amin Sharif" userId="dff23b7321b8062c" providerId="Windows Live" clId="Web-{3A385648-3C0D-4C23-ADAD-DAD71226204A}" dt="2025-11-30T16:07:40.468" v="583"/>
          <ac:spMkLst>
            <pc:docMk/>
            <pc:sldMk cId="3520344684" sldId="262"/>
            <ac:spMk id="2" creationId="{E66A6897-91BF-858C-1A8A-CDDDBEE386FF}"/>
          </ac:spMkLst>
        </pc:spChg>
        <pc:spChg chg="mod ord">
          <ac:chgData name="Ruhul Amin Sharif" userId="dff23b7321b8062c" providerId="Windows Live" clId="Web-{3A385648-3C0D-4C23-ADAD-DAD71226204A}" dt="2025-11-30T16:07:40.468" v="583"/>
          <ac:spMkLst>
            <pc:docMk/>
            <pc:sldMk cId="3520344684" sldId="262"/>
            <ac:spMk id="4" creationId="{47870677-FCF5-7977-5F7C-D05787BC9EBA}"/>
          </ac:spMkLst>
        </pc:spChg>
        <pc:spChg chg="mod ord">
          <ac:chgData name="Ruhul Amin Sharif" userId="dff23b7321b8062c" providerId="Windows Live" clId="Web-{3A385648-3C0D-4C23-ADAD-DAD71226204A}" dt="2025-11-30T16:07:40.468" v="583"/>
          <ac:spMkLst>
            <pc:docMk/>
            <pc:sldMk cId="3520344684" sldId="262"/>
            <ac:spMk id="6" creationId="{508EDF29-9419-F489-A27C-2CD6C42D4BEE}"/>
          </ac:spMkLst>
        </pc:spChg>
        <pc:spChg chg="add mod">
          <ac:chgData name="Ruhul Amin Sharif" userId="dff23b7321b8062c" providerId="Windows Live" clId="Web-{3A385648-3C0D-4C23-ADAD-DAD71226204A}" dt="2025-11-30T17:49:41.622" v="889" actId="1076"/>
          <ac:spMkLst>
            <pc:docMk/>
            <pc:sldMk cId="3520344684" sldId="262"/>
            <ac:spMk id="7" creationId="{D12E993F-F772-BDF8-801D-331E5642FB20}"/>
          </ac:spMkLst>
        </pc:spChg>
        <pc:spChg chg="mod ord">
          <ac:chgData name="Ruhul Amin Sharif" userId="dff23b7321b8062c" providerId="Windows Live" clId="Web-{3A385648-3C0D-4C23-ADAD-DAD71226204A}" dt="2025-11-30T16:07:40.468" v="583"/>
          <ac:spMkLst>
            <pc:docMk/>
            <pc:sldMk cId="3520344684" sldId="262"/>
            <ac:spMk id="15" creationId="{DB88DA8E-63B8-C893-0119-434996983294}"/>
          </ac:spMkLst>
        </pc:spChg>
      </pc:sldChg>
      <pc:sldChg chg="addSp delSp modSp add del mod ord replId modClrScheme chgLayout">
        <pc:chgData name="Ruhul Amin Sharif" userId="dff23b7321b8062c" providerId="Windows Live" clId="Web-{3A385648-3C0D-4C23-ADAD-DAD71226204A}" dt="2025-11-30T15:59:00.588" v="568"/>
        <pc:sldMkLst>
          <pc:docMk/>
          <pc:sldMk cId="2937090778" sldId="263"/>
        </pc:sldMkLst>
        <pc:spChg chg="add del mod ord">
          <ac:chgData name="Ruhul Amin Sharif" userId="dff23b7321b8062c" providerId="Windows Live" clId="Web-{3A385648-3C0D-4C23-ADAD-DAD71226204A}" dt="2025-11-30T15:55:45.209" v="556"/>
          <ac:spMkLst>
            <pc:docMk/>
            <pc:sldMk cId="2937090778" sldId="263"/>
            <ac:spMk id="2" creationId="{17E36AA5-9C18-6E64-96A4-64BC0B0A3FA4}"/>
          </ac:spMkLst>
        </pc:spChg>
        <pc:spChg chg="del mod ord">
          <ac:chgData name="Ruhul Amin Sharif" userId="dff23b7321b8062c" providerId="Windows Live" clId="Web-{3A385648-3C0D-4C23-ADAD-DAD71226204A}" dt="2025-11-30T15:55:45.209" v="556"/>
          <ac:spMkLst>
            <pc:docMk/>
            <pc:sldMk cId="2937090778" sldId="263"/>
            <ac:spMk id="4" creationId="{ED6E1A49-422D-E97C-A8C4-BABA5A8E2ED4}"/>
          </ac:spMkLst>
        </pc:spChg>
        <pc:spChg chg="del mod ord">
          <ac:chgData name="Ruhul Amin Sharif" userId="dff23b7321b8062c" providerId="Windows Live" clId="Web-{3A385648-3C0D-4C23-ADAD-DAD71226204A}" dt="2025-11-30T15:55:45.209" v="556"/>
          <ac:spMkLst>
            <pc:docMk/>
            <pc:sldMk cId="2937090778" sldId="263"/>
            <ac:spMk id="6" creationId="{3431AD7A-1E90-642F-BE00-AC26493FDD4D}"/>
          </ac:spMkLst>
        </pc:spChg>
        <pc:spChg chg="mod ord">
          <ac:chgData name="Ruhul Amin Sharif" userId="dff23b7321b8062c" providerId="Windows Live" clId="Web-{3A385648-3C0D-4C23-ADAD-DAD71226204A}" dt="2025-11-30T15:55:45.209" v="556"/>
          <ac:spMkLst>
            <pc:docMk/>
            <pc:sldMk cId="2937090778" sldId="263"/>
            <ac:spMk id="15" creationId="{1C0EDA29-0B92-B11B-9DF1-271E47DD2292}"/>
          </ac:spMkLst>
        </pc:spChg>
      </pc:sldChg>
      <pc:sldChg chg="addSp delSp modSp add mod replId modClrScheme chgLayout">
        <pc:chgData name="Ruhul Amin Sharif" userId="dff23b7321b8062c" providerId="Windows Live" clId="Web-{3A385648-3C0D-4C23-ADAD-DAD71226204A}" dt="2025-11-30T16:07:40.468" v="583"/>
        <pc:sldMkLst>
          <pc:docMk/>
          <pc:sldMk cId="902982040" sldId="264"/>
        </pc:sldMkLst>
        <pc:spChg chg="del">
          <ac:chgData name="Ruhul Amin Sharif" userId="dff23b7321b8062c" providerId="Windows Live" clId="Web-{3A385648-3C0D-4C23-ADAD-DAD71226204A}" dt="2025-11-30T15:57:30.836" v="558"/>
          <ac:spMkLst>
            <pc:docMk/>
            <pc:sldMk cId="902982040" sldId="264"/>
            <ac:spMk id="2" creationId="{78FCBEE1-2F0A-5354-8C43-CA39936AA7A0}"/>
          </ac:spMkLst>
        </pc:spChg>
        <pc:spChg chg="del">
          <ac:chgData name="Ruhul Amin Sharif" userId="dff23b7321b8062c" providerId="Windows Live" clId="Web-{3A385648-3C0D-4C23-ADAD-DAD71226204A}" dt="2025-11-30T15:58:02.493" v="559"/>
          <ac:spMkLst>
            <pc:docMk/>
            <pc:sldMk cId="902982040" sldId="264"/>
            <ac:spMk id="4" creationId="{BE65B683-BF5A-6922-E802-7B13634368B5}"/>
          </ac:spMkLst>
        </pc:spChg>
        <pc:spChg chg="mod ord">
          <ac:chgData name="Ruhul Amin Sharif" userId="dff23b7321b8062c" providerId="Windows Live" clId="Web-{3A385648-3C0D-4C23-ADAD-DAD71226204A}" dt="2025-11-30T16:07:40.468" v="583"/>
          <ac:spMkLst>
            <pc:docMk/>
            <pc:sldMk cId="902982040" sldId="264"/>
            <ac:spMk id="6" creationId="{63D93461-7948-3D45-99DD-30018A60122A}"/>
          </ac:spMkLst>
        </pc:spChg>
        <pc:spChg chg="add del mod">
          <ac:chgData name="Ruhul Amin Sharif" userId="dff23b7321b8062c" providerId="Windows Live" clId="Web-{3A385648-3C0D-4C23-ADAD-DAD71226204A}" dt="2025-11-30T15:58:29.915" v="563"/>
          <ac:spMkLst>
            <pc:docMk/>
            <pc:sldMk cId="902982040" sldId="264"/>
            <ac:spMk id="7" creationId="{FEC353AB-7A77-03D0-EA9D-C966FAB078AC}"/>
          </ac:spMkLst>
        </pc:spChg>
        <pc:spChg chg="add del mod">
          <ac:chgData name="Ruhul Amin Sharif" userId="dff23b7321b8062c" providerId="Windows Live" clId="Web-{3A385648-3C0D-4C23-ADAD-DAD71226204A}" dt="2025-11-30T15:58:33.150" v="564"/>
          <ac:spMkLst>
            <pc:docMk/>
            <pc:sldMk cId="902982040" sldId="264"/>
            <ac:spMk id="10" creationId="{0389BB83-B04D-9F40-900D-76CBBD263EDF}"/>
          </ac:spMkLst>
        </pc:spChg>
        <pc:spChg chg="mod ord">
          <ac:chgData name="Ruhul Amin Sharif" userId="dff23b7321b8062c" providerId="Windows Live" clId="Web-{3A385648-3C0D-4C23-ADAD-DAD71226204A}" dt="2025-11-30T16:07:40.468" v="583"/>
          <ac:spMkLst>
            <pc:docMk/>
            <pc:sldMk cId="902982040" sldId="264"/>
            <ac:spMk id="15" creationId="{0F2B4E31-561A-D53D-527A-901D220C8A24}"/>
          </ac:spMkLst>
        </pc:spChg>
      </pc:sldChg>
      <pc:sldChg chg="addSp delSp modSp add mod ord replId modClrScheme chgLayout">
        <pc:chgData name="Ruhul Amin Sharif" userId="dff23b7321b8062c" providerId="Windows Live" clId="Web-{3A385648-3C0D-4C23-ADAD-DAD71226204A}" dt="2025-11-30T18:06:28.045" v="892"/>
        <pc:sldMkLst>
          <pc:docMk/>
          <pc:sldMk cId="46809205" sldId="265"/>
        </pc:sldMkLst>
        <pc:spChg chg="del">
          <ac:chgData name="Ruhul Amin Sharif" userId="dff23b7321b8062c" providerId="Windows Live" clId="Web-{3A385648-3C0D-4C23-ADAD-DAD71226204A}" dt="2025-11-30T16:02:58.107" v="572"/>
          <ac:spMkLst>
            <pc:docMk/>
            <pc:sldMk cId="46809205" sldId="265"/>
            <ac:spMk id="4" creationId="{B00DA21E-4B7A-4FC1-90E8-5590369F8D37}"/>
          </ac:spMkLst>
        </pc:spChg>
        <pc:spChg chg="del">
          <ac:chgData name="Ruhul Amin Sharif" userId="dff23b7321b8062c" providerId="Windows Live" clId="Web-{3A385648-3C0D-4C23-ADAD-DAD71226204A}" dt="2025-11-30T16:02:58.107" v="572"/>
          <ac:spMkLst>
            <pc:docMk/>
            <pc:sldMk cId="46809205" sldId="265"/>
            <ac:spMk id="6" creationId="{CEADF92F-BF3D-9E3A-E5BE-5508503E2ABF}"/>
          </ac:spMkLst>
        </pc:spChg>
        <pc:spChg chg="add del">
          <ac:chgData name="Ruhul Amin Sharif" userId="dff23b7321b8062c" providerId="Windows Live" clId="Web-{3A385648-3C0D-4C23-ADAD-DAD71226204A}" dt="2025-11-30T18:06:28.045" v="892"/>
          <ac:spMkLst>
            <pc:docMk/>
            <pc:sldMk cId="46809205" sldId="265"/>
            <ac:spMk id="7" creationId="{B6B3083B-2338-D656-E4AA-A7397A4272EA}"/>
          </ac:spMkLst>
        </pc:spChg>
        <pc:spChg chg="mod ord">
          <ac:chgData name="Ruhul Amin Sharif" userId="dff23b7321b8062c" providerId="Windows Live" clId="Web-{3A385648-3C0D-4C23-ADAD-DAD71226204A}" dt="2025-11-30T16:07:40.468" v="583"/>
          <ac:spMkLst>
            <pc:docMk/>
            <pc:sldMk cId="46809205" sldId="265"/>
            <ac:spMk id="15" creationId="{4EA8B56B-F89F-EE33-21A4-F107BEBFCD0A}"/>
          </ac:spMkLst>
        </pc:spChg>
        <pc:graphicFrameChg chg="add mod topLvl modGraphic">
          <ac:chgData name="Ruhul Amin Sharif" userId="dff23b7321b8062c" providerId="Windows Live" clId="Web-{3A385648-3C0D-4C23-ADAD-DAD71226204A}" dt="2025-11-30T16:23:19.060" v="598"/>
          <ac:graphicFrameMkLst>
            <pc:docMk/>
            <pc:sldMk cId="46809205" sldId="265"/>
            <ac:graphicFrameMk id="2" creationId="{675B3203-87EB-2C3E-C518-ED5743FCD095}"/>
          </ac:graphicFrameMkLst>
        </pc:graphicFrameChg>
      </pc:sldChg>
      <pc:sldChg chg="new del">
        <pc:chgData name="Ruhul Amin Sharif" userId="dff23b7321b8062c" providerId="Windows Live" clId="Web-{3A385648-3C0D-4C23-ADAD-DAD71226204A}" dt="2025-11-30T16:27:29.759" v="603"/>
        <pc:sldMkLst>
          <pc:docMk/>
          <pc:sldMk cId="3887663841" sldId="266"/>
        </pc:sldMkLst>
      </pc:sldChg>
      <pc:sldChg chg="addSp delSp modSp add mod ord replId modClrScheme chgLayout">
        <pc:chgData name="Ruhul Amin Sharif" userId="dff23b7321b8062c" providerId="Windows Live" clId="Web-{3A385648-3C0D-4C23-ADAD-DAD71226204A}" dt="2025-11-30T16:55:52.501" v="654" actId="20577"/>
        <pc:sldMkLst>
          <pc:docMk/>
          <pc:sldMk cId="4121539568" sldId="266"/>
        </pc:sldMkLst>
        <pc:spChg chg="mod">
          <ac:chgData name="Ruhul Amin Sharif" userId="dff23b7321b8062c" providerId="Windows Live" clId="Web-{3A385648-3C0D-4C23-ADAD-DAD71226204A}" dt="2025-11-30T16:28:50.790" v="613"/>
          <ac:spMkLst>
            <pc:docMk/>
            <pc:sldMk cId="4121539568" sldId="266"/>
            <ac:spMk id="3" creationId="{03127BD1-FFFB-D18D-FD0D-F516661A0A69}"/>
          </ac:spMkLst>
        </pc:spChg>
        <pc:spChg chg="del">
          <ac:chgData name="Ruhul Amin Sharif" userId="dff23b7321b8062c" providerId="Windows Live" clId="Web-{3A385648-3C0D-4C23-ADAD-DAD71226204A}" dt="2025-11-30T16:28:10.884" v="607"/>
          <ac:spMkLst>
            <pc:docMk/>
            <pc:sldMk cId="4121539568" sldId="266"/>
            <ac:spMk id="4" creationId="{8EF0B4C8-6ED4-3152-A06D-3D09D17EF8BC}"/>
          </ac:spMkLst>
        </pc:spChg>
        <pc:spChg chg="add mod ord">
          <ac:chgData name="Ruhul Amin Sharif" userId="dff23b7321b8062c" providerId="Windows Live" clId="Web-{3A385648-3C0D-4C23-ADAD-DAD71226204A}" dt="2025-11-30T16:55:29.110" v="651" actId="20577"/>
          <ac:spMkLst>
            <pc:docMk/>
            <pc:sldMk cId="4121539568" sldId="266"/>
            <ac:spMk id="5" creationId="{8D7C8D83-AACB-2603-AB21-106C72D8A6AB}"/>
          </ac:spMkLst>
        </pc:spChg>
        <pc:spChg chg="del">
          <ac:chgData name="Ruhul Amin Sharif" userId="dff23b7321b8062c" providerId="Windows Live" clId="Web-{3A385648-3C0D-4C23-ADAD-DAD71226204A}" dt="2025-11-30T16:28:10.884" v="607"/>
          <ac:spMkLst>
            <pc:docMk/>
            <pc:sldMk cId="4121539568" sldId="266"/>
            <ac:spMk id="6" creationId="{F80EF7B7-95D2-845F-6C74-12AE138D7C78}"/>
          </ac:spMkLst>
        </pc:spChg>
        <pc:spChg chg="add mod ord">
          <ac:chgData name="Ruhul Amin Sharif" userId="dff23b7321b8062c" providerId="Windows Live" clId="Web-{3A385648-3C0D-4C23-ADAD-DAD71226204A}" dt="2025-11-30T16:55:52.501" v="654" actId="20577"/>
          <ac:spMkLst>
            <pc:docMk/>
            <pc:sldMk cId="4121539568" sldId="266"/>
            <ac:spMk id="7" creationId="{8EC33747-1A6D-3105-CBCD-66874EB9B1A7}"/>
          </ac:spMkLst>
        </pc:spChg>
        <pc:spChg chg="del">
          <ac:chgData name="Ruhul Amin Sharif" userId="dff23b7321b8062c" providerId="Windows Live" clId="Web-{3A385648-3C0D-4C23-ADAD-DAD71226204A}" dt="2025-11-30T16:28:15.040" v="608"/>
          <ac:spMkLst>
            <pc:docMk/>
            <pc:sldMk cId="4121539568" sldId="266"/>
            <ac:spMk id="9" creationId="{C3B6E364-DD80-723F-7974-81DBCF43E734}"/>
          </ac:spMkLst>
        </pc:spChg>
        <pc:spChg chg="mod ord">
          <ac:chgData name="Ruhul Amin Sharif" userId="dff23b7321b8062c" providerId="Windows Live" clId="Web-{3A385648-3C0D-4C23-ADAD-DAD71226204A}" dt="2025-11-30T16:54:33.764" v="641"/>
          <ac:spMkLst>
            <pc:docMk/>
            <pc:sldMk cId="4121539568" sldId="266"/>
            <ac:spMk id="15" creationId="{6F337044-4080-5F6A-36E5-D7CA7934D520}"/>
          </ac:spMkLst>
        </pc:spChg>
        <pc:picChg chg="add del mod">
          <ac:chgData name="Ruhul Amin Sharif" userId="dff23b7321b8062c" providerId="Windows Live" clId="Web-{3A385648-3C0D-4C23-ADAD-DAD71226204A}" dt="2025-11-30T16:30:38.915" v="628"/>
          <ac:picMkLst>
            <pc:docMk/>
            <pc:sldMk cId="4121539568" sldId="266"/>
            <ac:picMk id="2" creationId="{57F54A20-5E58-F29E-4B98-685CC984AB8D}"/>
          </ac:picMkLst>
        </pc:picChg>
      </pc:sldChg>
      <pc:sldChg chg="addSp delSp modSp add replId">
        <pc:chgData name="Ruhul Amin Sharif" userId="dff23b7321b8062c" providerId="Windows Live" clId="Web-{3A385648-3C0D-4C23-ADAD-DAD71226204A}" dt="2025-11-30T17:48:32.635" v="884" actId="1076"/>
        <pc:sldMkLst>
          <pc:docMk/>
          <pc:sldMk cId="492215264" sldId="267"/>
        </pc:sldMkLst>
        <pc:spChg chg="add del">
          <ac:chgData name="Ruhul Amin Sharif" userId="dff23b7321b8062c" providerId="Windows Live" clId="Web-{3A385648-3C0D-4C23-ADAD-DAD71226204A}" dt="2025-11-30T16:46:28.977" v="640"/>
          <ac:spMkLst>
            <pc:docMk/>
            <pc:sldMk cId="492215264" sldId="267"/>
            <ac:spMk id="2" creationId="{7ABBD639-9C0C-5EB1-F197-DB58CA3AECCF}"/>
          </ac:spMkLst>
        </pc:spChg>
        <pc:spChg chg="add mod topLvl">
          <ac:chgData name="Ruhul Amin Sharif" userId="dff23b7321b8062c" providerId="Windows Live" clId="Web-{3A385648-3C0D-4C23-ADAD-DAD71226204A}" dt="2025-11-30T17:02:20.403" v="711"/>
          <ac:spMkLst>
            <pc:docMk/>
            <pc:sldMk cId="492215264" sldId="267"/>
            <ac:spMk id="4" creationId="{1DDB4046-C7F7-1978-A82D-46271E0FFF4E}"/>
          </ac:spMkLst>
        </pc:spChg>
        <pc:spChg chg="add mod topLvl">
          <ac:chgData name="Ruhul Amin Sharif" userId="dff23b7321b8062c" providerId="Windows Live" clId="Web-{3A385648-3C0D-4C23-ADAD-DAD71226204A}" dt="2025-11-30T17:02:20.403" v="711"/>
          <ac:spMkLst>
            <pc:docMk/>
            <pc:sldMk cId="492215264" sldId="267"/>
            <ac:spMk id="5" creationId="{5F64C4CF-91F6-EF1C-04A8-D9EFC3BBA46A}"/>
          </ac:spMkLst>
        </pc:spChg>
        <pc:spChg chg="add del">
          <ac:chgData name="Ruhul Amin Sharif" userId="dff23b7321b8062c" providerId="Windows Live" clId="Web-{3A385648-3C0D-4C23-ADAD-DAD71226204A}" dt="2025-11-30T17:01:20.978" v="703"/>
          <ac:spMkLst>
            <pc:docMk/>
            <pc:sldMk cId="492215264" sldId="267"/>
            <ac:spMk id="6" creationId="{5A509D29-4DF9-FFCC-1D5B-17357CC4E474}"/>
          </ac:spMkLst>
        </pc:spChg>
        <pc:spChg chg="add del">
          <ac:chgData name="Ruhul Amin Sharif" userId="dff23b7321b8062c" providerId="Windows Live" clId="Web-{3A385648-3C0D-4C23-ADAD-DAD71226204A}" dt="2025-11-30T17:02:12.512" v="710"/>
          <ac:spMkLst>
            <pc:docMk/>
            <pc:sldMk cId="492215264" sldId="267"/>
            <ac:spMk id="10" creationId="{A501D09E-F434-A4C0-C3F8-0E3E29AC9EB1}"/>
          </ac:spMkLst>
        </pc:spChg>
        <pc:spChg chg="add del">
          <ac:chgData name="Ruhul Amin Sharif" userId="dff23b7321b8062c" providerId="Windows Live" clId="Web-{3A385648-3C0D-4C23-ADAD-DAD71226204A}" dt="2025-11-30T17:02:06.403" v="708"/>
          <ac:spMkLst>
            <pc:docMk/>
            <pc:sldMk cId="492215264" sldId="267"/>
            <ac:spMk id="12" creationId="{2BCE5F35-5825-805D-86DF-1E34F5E31022}"/>
          </ac:spMkLst>
        </pc:spChg>
        <pc:spChg chg="mod">
          <ac:chgData name="Ruhul Amin Sharif" userId="dff23b7321b8062c" providerId="Windows Live" clId="Web-{3A385648-3C0D-4C23-ADAD-DAD71226204A}" dt="2025-11-30T17:47:32.320" v="881" actId="1076"/>
          <ac:spMkLst>
            <pc:docMk/>
            <pc:sldMk cId="492215264" sldId="267"/>
            <ac:spMk id="16" creationId="{2F9E061F-6D04-CCB1-293A-E20A473AB97A}"/>
          </ac:spMkLst>
        </pc:spChg>
        <pc:spChg chg="del mod">
          <ac:chgData name="Ruhul Amin Sharif" userId="dff23b7321b8062c" providerId="Windows Live" clId="Web-{3A385648-3C0D-4C23-ADAD-DAD71226204A}" dt="2025-11-30T17:04:34.861" v="720"/>
          <ac:spMkLst>
            <pc:docMk/>
            <pc:sldMk cId="492215264" sldId="267"/>
            <ac:spMk id="17" creationId="{2FA270D8-3E33-E25C-2ED8-8AE84E500D75}"/>
          </ac:spMkLst>
        </pc:spChg>
        <pc:spChg chg="mod">
          <ac:chgData name="Ruhul Amin Sharif" userId="dff23b7321b8062c" providerId="Windows Live" clId="Web-{3A385648-3C0D-4C23-ADAD-DAD71226204A}" dt="2025-11-30T17:03:32.078" v="716" actId="20577"/>
          <ac:spMkLst>
            <pc:docMk/>
            <pc:sldMk cId="492215264" sldId="267"/>
            <ac:spMk id="19" creationId="{3958C5AA-5A66-4455-D368-3FBB571962BE}"/>
          </ac:spMkLst>
        </pc:spChg>
        <pc:spChg chg="add del mod">
          <ac:chgData name="Ruhul Amin Sharif" userId="dff23b7321b8062c" providerId="Windows Live" clId="Web-{3A385648-3C0D-4C23-ADAD-DAD71226204A}" dt="2025-11-30T17:48:17.807" v="882" actId="1076"/>
          <ac:spMkLst>
            <pc:docMk/>
            <pc:sldMk cId="492215264" sldId="267"/>
            <ac:spMk id="21" creationId="{0D087FBA-4BD5-91A3-14DB-F9DB3E93B0B4}"/>
          </ac:spMkLst>
        </pc:spChg>
        <pc:spChg chg="mod">
          <ac:chgData name="Ruhul Amin Sharif" userId="dff23b7321b8062c" providerId="Windows Live" clId="Web-{3A385648-3C0D-4C23-ADAD-DAD71226204A}" dt="2025-11-30T17:09:30.817" v="737" actId="20577"/>
          <ac:spMkLst>
            <pc:docMk/>
            <pc:sldMk cId="492215264" sldId="267"/>
            <ac:spMk id="23" creationId="{8B601D77-3DB7-1128-BBBC-C31B5E420465}"/>
          </ac:spMkLst>
        </pc:spChg>
        <pc:spChg chg="add">
          <ac:chgData name="Ruhul Amin Sharif" userId="dff23b7321b8062c" providerId="Windows Live" clId="Web-{3A385648-3C0D-4C23-ADAD-DAD71226204A}" dt="2025-11-30T17:47:13.038" v="879"/>
          <ac:spMkLst>
            <pc:docMk/>
            <pc:sldMk cId="492215264" sldId="267"/>
            <ac:spMk id="29" creationId="{421BBC1A-6454-3C3A-D06D-839FE473866C}"/>
          </ac:spMkLst>
        </pc:spChg>
        <pc:spChg chg="add mod">
          <ac:chgData name="Ruhul Amin Sharif" userId="dff23b7321b8062c" providerId="Windows Live" clId="Web-{3A385648-3C0D-4C23-ADAD-DAD71226204A}" dt="2025-11-30T17:48:32.635" v="884" actId="1076"/>
          <ac:spMkLst>
            <pc:docMk/>
            <pc:sldMk cId="492215264" sldId="267"/>
            <ac:spMk id="31" creationId="{1F9D598F-E1F3-1312-ED3C-8BF608ADEE82}"/>
          </ac:spMkLst>
        </pc:spChg>
        <pc:grpChg chg="add del">
          <ac:chgData name="Ruhul Amin Sharif" userId="dff23b7321b8062c" providerId="Windows Live" clId="Web-{3A385648-3C0D-4C23-ADAD-DAD71226204A}" dt="2025-11-30T17:02:20.403" v="711"/>
          <ac:grpSpMkLst>
            <pc:docMk/>
            <pc:sldMk cId="492215264" sldId="267"/>
            <ac:grpSpMk id="7" creationId="{35DB67FC-E98B-72D9-AC00-68C135603C51}"/>
          </ac:grpSpMkLst>
        </pc:grpChg>
        <pc:grpChg chg="add mod">
          <ac:chgData name="Ruhul Amin Sharif" userId="dff23b7321b8062c" providerId="Windows Live" clId="Web-{3A385648-3C0D-4C23-ADAD-DAD71226204A}" dt="2025-11-30T17:04:57.814" v="721" actId="1076"/>
          <ac:grpSpMkLst>
            <pc:docMk/>
            <pc:sldMk cId="492215264" sldId="267"/>
            <ac:grpSpMk id="13" creationId="{EB534439-0869-CD94-9F41-6E3FD742955A}"/>
          </ac:grpSpMkLst>
        </pc:grpChg>
        <pc:grpChg chg="add mod">
          <ac:chgData name="Ruhul Amin Sharif" userId="dff23b7321b8062c" providerId="Windows Live" clId="Web-{3A385648-3C0D-4C23-ADAD-DAD71226204A}" dt="2025-11-30T17:05:11.252" v="722" actId="1076"/>
          <ac:grpSpMkLst>
            <pc:docMk/>
            <pc:sldMk cId="492215264" sldId="267"/>
            <ac:grpSpMk id="14" creationId="{8E7E75B6-B023-9918-663C-BC79F228E445}"/>
          </ac:grpSpMkLst>
        </pc:grpChg>
        <pc:grpChg chg="add mod">
          <ac:chgData name="Ruhul Amin Sharif" userId="dff23b7321b8062c" providerId="Windows Live" clId="Web-{3A385648-3C0D-4C23-ADAD-DAD71226204A}" dt="2025-11-30T17:06:53.488" v="727" actId="1076"/>
          <ac:grpSpMkLst>
            <pc:docMk/>
            <pc:sldMk cId="492215264" sldId="267"/>
            <ac:grpSpMk id="22" creationId="{A18BE5FF-A5D2-52B7-B904-897B51EC8AF0}"/>
          </ac:grpSpMkLst>
        </pc:grpChg>
        <pc:grpChg chg="add del mod">
          <ac:chgData name="Ruhul Amin Sharif" userId="dff23b7321b8062c" providerId="Windows Live" clId="Web-{3A385648-3C0D-4C23-ADAD-DAD71226204A}" dt="2025-11-30T17:09:35.380" v="738"/>
          <ac:grpSpMkLst>
            <pc:docMk/>
            <pc:sldMk cId="492215264" sldId="267"/>
            <ac:grpSpMk id="25" creationId="{124D3DFD-53A2-75D7-FA6A-CE50666E7979}"/>
          </ac:grpSpMkLst>
        </pc:grpChg>
      </pc:sldChg>
      <pc:sldChg chg="addSp delSp modSp add mod replId modClrScheme chgLayout">
        <pc:chgData name="Ruhul Amin Sharif" userId="dff23b7321b8062c" providerId="Windows Live" clId="Web-{3A385648-3C0D-4C23-ADAD-DAD71226204A}" dt="2025-11-30T17:30:34.113" v="815"/>
        <pc:sldMkLst>
          <pc:docMk/>
          <pc:sldMk cId="786099961" sldId="268"/>
        </pc:sldMkLst>
        <pc:spChg chg="add del mod ord">
          <ac:chgData name="Ruhul Amin Sharif" userId="dff23b7321b8062c" providerId="Windows Live" clId="Web-{3A385648-3C0D-4C23-ADAD-DAD71226204A}" dt="2025-11-30T17:24:43.259" v="748"/>
          <ac:spMkLst>
            <pc:docMk/>
            <pc:sldMk cId="786099961" sldId="268"/>
            <ac:spMk id="2" creationId="{153B536F-069E-41CB-6803-3881E55E0876}"/>
          </ac:spMkLst>
        </pc:spChg>
        <pc:spChg chg="add mod ord">
          <ac:chgData name="Ruhul Amin Sharif" userId="dff23b7321b8062c" providerId="Windows Live" clId="Web-{3A385648-3C0D-4C23-ADAD-DAD71226204A}" dt="2025-11-30T17:26:11.401" v="763" actId="14100"/>
          <ac:spMkLst>
            <pc:docMk/>
            <pc:sldMk cId="786099961" sldId="268"/>
            <ac:spMk id="4" creationId="{C38873C1-C7A0-9F1D-BCC8-47B303263365}"/>
          </ac:spMkLst>
        </pc:spChg>
        <pc:spChg chg="add mod ord">
          <ac:chgData name="Ruhul Amin Sharif" userId="dff23b7321b8062c" providerId="Windows Live" clId="Web-{3A385648-3C0D-4C23-ADAD-DAD71226204A}" dt="2025-11-30T17:26:49.120" v="767" actId="1076"/>
          <ac:spMkLst>
            <pc:docMk/>
            <pc:sldMk cId="786099961" sldId="268"/>
            <ac:spMk id="5" creationId="{F93AD0DF-906D-70F5-B40C-A3561CCBC43B}"/>
          </ac:spMkLst>
        </pc:spChg>
        <pc:spChg chg="add mod">
          <ac:chgData name="Ruhul Amin Sharif" userId="dff23b7321b8062c" providerId="Windows Live" clId="Web-{3A385648-3C0D-4C23-ADAD-DAD71226204A}" dt="2025-11-30T17:30:34.113" v="815"/>
          <ac:spMkLst>
            <pc:docMk/>
            <pc:sldMk cId="786099961" sldId="268"/>
            <ac:spMk id="6" creationId="{1F39D9E3-9B48-A6EB-E7BA-4B4207F5E043}"/>
          </ac:spMkLst>
        </pc:spChg>
        <pc:spChg chg="mod ord">
          <ac:chgData name="Ruhul Amin Sharif" userId="dff23b7321b8062c" providerId="Windows Live" clId="Web-{3A385648-3C0D-4C23-ADAD-DAD71226204A}" dt="2025-11-30T17:24:37.978" v="747"/>
          <ac:spMkLst>
            <pc:docMk/>
            <pc:sldMk cId="786099961" sldId="268"/>
            <ac:spMk id="15" creationId="{C4C04BC3-09CB-2B55-3DA4-8C06D82DD0E0}"/>
          </ac:spMkLst>
        </pc:spChg>
      </pc:sldChg>
      <pc:sldChg chg="addSp delSp modSp add mod replId modClrScheme chgLayout">
        <pc:chgData name="Ruhul Amin Sharif" userId="dff23b7321b8062c" providerId="Windows Live" clId="Web-{3A385648-3C0D-4C23-ADAD-DAD71226204A}" dt="2025-11-30T18:07:45.748" v="909"/>
        <pc:sldMkLst>
          <pc:docMk/>
          <pc:sldMk cId="3502502595" sldId="269"/>
        </pc:sldMkLst>
        <pc:spChg chg="add mod">
          <ac:chgData name="Ruhul Amin Sharif" userId="dff23b7321b8062c" providerId="Windows Live" clId="Web-{3A385648-3C0D-4C23-ADAD-DAD71226204A}" dt="2025-11-30T18:07:45.748" v="909"/>
          <ac:spMkLst>
            <pc:docMk/>
            <pc:sldMk cId="3502502595" sldId="269"/>
            <ac:spMk id="4" creationId="{5613E453-FE2B-4AAB-25BB-9B49680FD539}"/>
          </ac:spMkLst>
        </pc:spChg>
        <pc:spChg chg="del mod ord">
          <ac:chgData name="Ruhul Amin Sharif" userId="dff23b7321b8062c" providerId="Windows Live" clId="Web-{3A385648-3C0D-4C23-ADAD-DAD71226204A}" dt="2025-11-30T18:06:57.123" v="897"/>
          <ac:spMkLst>
            <pc:docMk/>
            <pc:sldMk cId="3502502595" sldId="269"/>
            <ac:spMk id="5" creationId="{D5E3BD68-EFAA-FB2A-0A60-394EEA21CDDF}"/>
          </ac:spMkLst>
        </pc:spChg>
        <pc:spChg chg="del mod ord">
          <ac:chgData name="Ruhul Amin Sharif" userId="dff23b7321b8062c" providerId="Windows Live" clId="Web-{3A385648-3C0D-4C23-ADAD-DAD71226204A}" dt="2025-11-30T18:06:54.592" v="896"/>
          <ac:spMkLst>
            <pc:docMk/>
            <pc:sldMk cId="3502502595" sldId="269"/>
            <ac:spMk id="7" creationId="{3CDF1AD8-AE25-8528-605E-AD28142E0415}"/>
          </ac:spMkLst>
        </pc:spChg>
        <pc:spChg chg="mod ord">
          <ac:chgData name="Ruhul Amin Sharif" userId="dff23b7321b8062c" providerId="Windows Live" clId="Web-{3A385648-3C0D-4C23-ADAD-DAD71226204A}" dt="2025-11-30T18:06:46.576" v="894"/>
          <ac:spMkLst>
            <pc:docMk/>
            <pc:sldMk cId="3502502595" sldId="269"/>
            <ac:spMk id="15" creationId="{84CB3E1C-FBDC-2652-016E-B117CD17A4A1}"/>
          </ac:spMkLst>
        </pc:spChg>
      </pc:sldChg>
      <pc:sldMasterChg chg="del delSldLayout">
        <pc:chgData name="Ruhul Amin Sharif" userId="dff23b7321b8062c" providerId="Windows Live" clId="Web-{3A385648-3C0D-4C23-ADAD-DAD71226204A}" dt="2025-11-30T13:49:26.331" v="7"/>
        <pc:sldMasterMkLst>
          <pc:docMk/>
          <pc:sldMasterMk cId="2460954070" sldId="2147483660"/>
        </pc:sldMasterMkLst>
        <pc:sldLayoutChg chg="del">
          <pc:chgData name="Ruhul Amin Sharif" userId="dff23b7321b8062c" providerId="Windows Live" clId="Web-{3A385648-3C0D-4C23-ADAD-DAD71226204A}" dt="2025-11-30T13:49:26.331" v="7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Ruhul Amin Sharif" userId="dff23b7321b8062c" providerId="Windows Live" clId="Web-{3A385648-3C0D-4C23-ADAD-DAD71226204A}" dt="2025-11-30T13:49:26.331" v="7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Ruhul Amin Sharif" userId="dff23b7321b8062c" providerId="Windows Live" clId="Web-{3A385648-3C0D-4C23-ADAD-DAD71226204A}" dt="2025-11-30T13:49:26.331" v="7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Ruhul Amin Sharif" userId="dff23b7321b8062c" providerId="Windows Live" clId="Web-{3A385648-3C0D-4C23-ADAD-DAD71226204A}" dt="2025-11-30T13:49:26.331" v="7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Ruhul Amin Sharif" userId="dff23b7321b8062c" providerId="Windows Live" clId="Web-{3A385648-3C0D-4C23-ADAD-DAD71226204A}" dt="2025-11-30T13:49:26.331" v="7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Ruhul Amin Sharif" userId="dff23b7321b8062c" providerId="Windows Live" clId="Web-{3A385648-3C0D-4C23-ADAD-DAD71226204A}" dt="2025-11-30T13:49:26.331" v="7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Ruhul Amin Sharif" userId="dff23b7321b8062c" providerId="Windows Live" clId="Web-{3A385648-3C0D-4C23-ADAD-DAD71226204A}" dt="2025-11-30T13:49:26.331" v="7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Ruhul Amin Sharif" userId="dff23b7321b8062c" providerId="Windows Live" clId="Web-{3A385648-3C0D-4C23-ADAD-DAD71226204A}" dt="2025-11-30T13:49:26.331" v="7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Ruhul Amin Sharif" userId="dff23b7321b8062c" providerId="Windows Live" clId="Web-{3A385648-3C0D-4C23-ADAD-DAD71226204A}" dt="2025-11-30T13:49:26.331" v="7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Ruhul Amin Sharif" userId="dff23b7321b8062c" providerId="Windows Live" clId="Web-{3A385648-3C0D-4C23-ADAD-DAD71226204A}" dt="2025-11-30T13:49:26.331" v="7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Ruhul Amin Sharif" userId="dff23b7321b8062c" providerId="Windows Live" clId="Web-{3A385648-3C0D-4C23-ADAD-DAD71226204A}" dt="2025-11-30T13:49:26.331" v="7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Ruhul Amin Sharif" userId="dff23b7321b8062c" providerId="Windows Live" clId="Web-{3A385648-3C0D-4C23-ADAD-DAD71226204A}" dt="2025-11-30T13:49:33.925" v="8"/>
        <pc:sldMasterMkLst>
          <pc:docMk/>
          <pc:sldMasterMk cId="3141713236" sldId="2147483672"/>
        </pc:sldMasterMkLst>
        <pc:sldLayoutChg chg="add del mod replId">
          <pc:chgData name="Ruhul Amin Sharif" userId="dff23b7321b8062c" providerId="Windows Live" clId="Web-{3A385648-3C0D-4C23-ADAD-DAD71226204A}" dt="2025-11-30T13:49:33.925" v="8"/>
          <pc:sldLayoutMkLst>
            <pc:docMk/>
            <pc:sldMasterMk cId="3141713236" sldId="2147483672"/>
            <pc:sldLayoutMk cId="3014879996" sldId="2147483673"/>
          </pc:sldLayoutMkLst>
        </pc:sldLayoutChg>
        <pc:sldLayoutChg chg="add del mod replId">
          <pc:chgData name="Ruhul Amin Sharif" userId="dff23b7321b8062c" providerId="Windows Live" clId="Web-{3A385648-3C0D-4C23-ADAD-DAD71226204A}" dt="2025-11-30T13:49:33.925" v="8"/>
          <pc:sldLayoutMkLst>
            <pc:docMk/>
            <pc:sldMasterMk cId="3141713236" sldId="2147483672"/>
            <pc:sldLayoutMk cId="1223050601" sldId="2147483674"/>
          </pc:sldLayoutMkLst>
        </pc:sldLayoutChg>
        <pc:sldLayoutChg chg="add del mod replId">
          <pc:chgData name="Ruhul Amin Sharif" userId="dff23b7321b8062c" providerId="Windows Live" clId="Web-{3A385648-3C0D-4C23-ADAD-DAD71226204A}" dt="2025-11-30T13:49:33.925" v="8"/>
          <pc:sldLayoutMkLst>
            <pc:docMk/>
            <pc:sldMasterMk cId="3141713236" sldId="2147483672"/>
            <pc:sldLayoutMk cId="1477883943" sldId="2147483675"/>
          </pc:sldLayoutMkLst>
        </pc:sldLayoutChg>
        <pc:sldLayoutChg chg="add del mod replId">
          <pc:chgData name="Ruhul Amin Sharif" userId="dff23b7321b8062c" providerId="Windows Live" clId="Web-{3A385648-3C0D-4C23-ADAD-DAD71226204A}" dt="2025-11-30T13:49:33.925" v="8"/>
          <pc:sldLayoutMkLst>
            <pc:docMk/>
            <pc:sldMasterMk cId="3141713236" sldId="2147483672"/>
            <pc:sldLayoutMk cId="535451572" sldId="2147483676"/>
          </pc:sldLayoutMkLst>
        </pc:sldLayoutChg>
        <pc:sldLayoutChg chg="add del mod replId">
          <pc:chgData name="Ruhul Amin Sharif" userId="dff23b7321b8062c" providerId="Windows Live" clId="Web-{3A385648-3C0D-4C23-ADAD-DAD71226204A}" dt="2025-11-30T13:49:33.925" v="8"/>
          <pc:sldLayoutMkLst>
            <pc:docMk/>
            <pc:sldMasterMk cId="3141713236" sldId="2147483672"/>
            <pc:sldLayoutMk cId="1200766941" sldId="2147483677"/>
          </pc:sldLayoutMkLst>
        </pc:sldLayoutChg>
        <pc:sldLayoutChg chg="add del mod replId">
          <pc:chgData name="Ruhul Amin Sharif" userId="dff23b7321b8062c" providerId="Windows Live" clId="Web-{3A385648-3C0D-4C23-ADAD-DAD71226204A}" dt="2025-11-30T13:49:33.925" v="8"/>
          <pc:sldLayoutMkLst>
            <pc:docMk/>
            <pc:sldMasterMk cId="3141713236" sldId="2147483672"/>
            <pc:sldLayoutMk cId="1760981046" sldId="2147483678"/>
          </pc:sldLayoutMkLst>
        </pc:sldLayoutChg>
        <pc:sldLayoutChg chg="add del mod replId">
          <pc:chgData name="Ruhul Amin Sharif" userId="dff23b7321b8062c" providerId="Windows Live" clId="Web-{3A385648-3C0D-4C23-ADAD-DAD71226204A}" dt="2025-11-30T13:49:33.925" v="8"/>
          <pc:sldLayoutMkLst>
            <pc:docMk/>
            <pc:sldMasterMk cId="3141713236" sldId="2147483672"/>
            <pc:sldLayoutMk cId="1848534235" sldId="2147483679"/>
          </pc:sldLayoutMkLst>
        </pc:sldLayoutChg>
        <pc:sldLayoutChg chg="add del mod replId">
          <pc:chgData name="Ruhul Amin Sharif" userId="dff23b7321b8062c" providerId="Windows Live" clId="Web-{3A385648-3C0D-4C23-ADAD-DAD71226204A}" dt="2025-11-30T13:49:33.925" v="8"/>
          <pc:sldLayoutMkLst>
            <pc:docMk/>
            <pc:sldMasterMk cId="3141713236" sldId="2147483672"/>
            <pc:sldLayoutMk cId="2077484038" sldId="2147483680"/>
          </pc:sldLayoutMkLst>
        </pc:sldLayoutChg>
        <pc:sldLayoutChg chg="add del mod replId">
          <pc:chgData name="Ruhul Amin Sharif" userId="dff23b7321b8062c" providerId="Windows Live" clId="Web-{3A385648-3C0D-4C23-ADAD-DAD71226204A}" dt="2025-11-30T13:49:33.925" v="8"/>
          <pc:sldLayoutMkLst>
            <pc:docMk/>
            <pc:sldMasterMk cId="3141713236" sldId="2147483672"/>
            <pc:sldLayoutMk cId="809020154" sldId="2147483681"/>
          </pc:sldLayoutMkLst>
        </pc:sldLayoutChg>
        <pc:sldLayoutChg chg="add del mod replId">
          <pc:chgData name="Ruhul Amin Sharif" userId="dff23b7321b8062c" providerId="Windows Live" clId="Web-{3A385648-3C0D-4C23-ADAD-DAD71226204A}" dt="2025-11-30T13:49:33.925" v="8"/>
          <pc:sldLayoutMkLst>
            <pc:docMk/>
            <pc:sldMasterMk cId="3141713236" sldId="2147483672"/>
            <pc:sldLayoutMk cId="1614654545" sldId="2147483682"/>
          </pc:sldLayoutMkLst>
        </pc:sldLayoutChg>
        <pc:sldLayoutChg chg="add del mod replId">
          <pc:chgData name="Ruhul Amin Sharif" userId="dff23b7321b8062c" providerId="Windows Live" clId="Web-{3A385648-3C0D-4C23-ADAD-DAD71226204A}" dt="2025-11-30T13:49:33.925" v="8"/>
          <pc:sldLayoutMkLst>
            <pc:docMk/>
            <pc:sldMasterMk cId="3141713236" sldId="2147483672"/>
            <pc:sldLayoutMk cId="2072729743" sldId="2147483683"/>
          </pc:sldLayoutMkLst>
        </pc:sldLayoutChg>
      </pc:sldMasterChg>
      <pc:sldMasterChg chg="add del addSldLayout delSldLayout modSldLayout">
        <pc:chgData name="Ruhul Amin Sharif" userId="dff23b7321b8062c" providerId="Windows Live" clId="Web-{3A385648-3C0D-4C23-ADAD-DAD71226204A}" dt="2025-11-30T13:49:37.863" v="9"/>
        <pc:sldMasterMkLst>
          <pc:docMk/>
          <pc:sldMasterMk cId="1290934442" sldId="2147483684"/>
        </pc:sldMasterMkLst>
        <pc:sldLayoutChg chg="add del mod replId">
          <pc:chgData name="Ruhul Amin Sharif" userId="dff23b7321b8062c" providerId="Windows Live" clId="Web-{3A385648-3C0D-4C23-ADAD-DAD71226204A}" dt="2025-11-30T13:49:37.863" v="9"/>
          <pc:sldLayoutMkLst>
            <pc:docMk/>
            <pc:sldMasterMk cId="1290934442" sldId="2147483684"/>
            <pc:sldLayoutMk cId="2446027137" sldId="2147483685"/>
          </pc:sldLayoutMkLst>
        </pc:sldLayoutChg>
        <pc:sldLayoutChg chg="add del mod replId">
          <pc:chgData name="Ruhul Amin Sharif" userId="dff23b7321b8062c" providerId="Windows Live" clId="Web-{3A385648-3C0D-4C23-ADAD-DAD71226204A}" dt="2025-11-30T13:49:37.863" v="9"/>
          <pc:sldLayoutMkLst>
            <pc:docMk/>
            <pc:sldMasterMk cId="1290934442" sldId="2147483684"/>
            <pc:sldLayoutMk cId="1531438613" sldId="2147483686"/>
          </pc:sldLayoutMkLst>
        </pc:sldLayoutChg>
        <pc:sldLayoutChg chg="add del mod replId">
          <pc:chgData name="Ruhul Amin Sharif" userId="dff23b7321b8062c" providerId="Windows Live" clId="Web-{3A385648-3C0D-4C23-ADAD-DAD71226204A}" dt="2025-11-30T13:49:37.863" v="9"/>
          <pc:sldLayoutMkLst>
            <pc:docMk/>
            <pc:sldMasterMk cId="1290934442" sldId="2147483684"/>
            <pc:sldLayoutMk cId="1994863943" sldId="2147483687"/>
          </pc:sldLayoutMkLst>
        </pc:sldLayoutChg>
        <pc:sldLayoutChg chg="add del mod replId">
          <pc:chgData name="Ruhul Amin Sharif" userId="dff23b7321b8062c" providerId="Windows Live" clId="Web-{3A385648-3C0D-4C23-ADAD-DAD71226204A}" dt="2025-11-30T13:49:37.863" v="9"/>
          <pc:sldLayoutMkLst>
            <pc:docMk/>
            <pc:sldMasterMk cId="1290934442" sldId="2147483684"/>
            <pc:sldLayoutMk cId="2300532790" sldId="2147483688"/>
          </pc:sldLayoutMkLst>
        </pc:sldLayoutChg>
        <pc:sldLayoutChg chg="add del mod replId">
          <pc:chgData name="Ruhul Amin Sharif" userId="dff23b7321b8062c" providerId="Windows Live" clId="Web-{3A385648-3C0D-4C23-ADAD-DAD71226204A}" dt="2025-11-30T13:49:37.863" v="9"/>
          <pc:sldLayoutMkLst>
            <pc:docMk/>
            <pc:sldMasterMk cId="1290934442" sldId="2147483684"/>
            <pc:sldLayoutMk cId="1301588764" sldId="2147483689"/>
          </pc:sldLayoutMkLst>
        </pc:sldLayoutChg>
        <pc:sldLayoutChg chg="add del mod replId">
          <pc:chgData name="Ruhul Amin Sharif" userId="dff23b7321b8062c" providerId="Windows Live" clId="Web-{3A385648-3C0D-4C23-ADAD-DAD71226204A}" dt="2025-11-30T13:49:37.863" v="9"/>
          <pc:sldLayoutMkLst>
            <pc:docMk/>
            <pc:sldMasterMk cId="1290934442" sldId="2147483684"/>
            <pc:sldLayoutMk cId="2619797883" sldId="2147483690"/>
          </pc:sldLayoutMkLst>
        </pc:sldLayoutChg>
        <pc:sldLayoutChg chg="add del mod replId">
          <pc:chgData name="Ruhul Amin Sharif" userId="dff23b7321b8062c" providerId="Windows Live" clId="Web-{3A385648-3C0D-4C23-ADAD-DAD71226204A}" dt="2025-11-30T13:49:37.863" v="9"/>
          <pc:sldLayoutMkLst>
            <pc:docMk/>
            <pc:sldMasterMk cId="1290934442" sldId="2147483684"/>
            <pc:sldLayoutMk cId="169056746" sldId="2147483691"/>
          </pc:sldLayoutMkLst>
        </pc:sldLayoutChg>
        <pc:sldLayoutChg chg="add del mod replId">
          <pc:chgData name="Ruhul Amin Sharif" userId="dff23b7321b8062c" providerId="Windows Live" clId="Web-{3A385648-3C0D-4C23-ADAD-DAD71226204A}" dt="2025-11-30T13:49:37.863" v="9"/>
          <pc:sldLayoutMkLst>
            <pc:docMk/>
            <pc:sldMasterMk cId="1290934442" sldId="2147483684"/>
            <pc:sldLayoutMk cId="1832524133" sldId="2147483692"/>
          </pc:sldLayoutMkLst>
        </pc:sldLayoutChg>
        <pc:sldLayoutChg chg="add del mod replId">
          <pc:chgData name="Ruhul Amin Sharif" userId="dff23b7321b8062c" providerId="Windows Live" clId="Web-{3A385648-3C0D-4C23-ADAD-DAD71226204A}" dt="2025-11-30T13:49:37.863" v="9"/>
          <pc:sldLayoutMkLst>
            <pc:docMk/>
            <pc:sldMasterMk cId="1290934442" sldId="2147483684"/>
            <pc:sldLayoutMk cId="787585952" sldId="2147483693"/>
          </pc:sldLayoutMkLst>
        </pc:sldLayoutChg>
        <pc:sldLayoutChg chg="add del mod replId">
          <pc:chgData name="Ruhul Amin Sharif" userId="dff23b7321b8062c" providerId="Windows Live" clId="Web-{3A385648-3C0D-4C23-ADAD-DAD71226204A}" dt="2025-11-30T13:49:37.863" v="9"/>
          <pc:sldLayoutMkLst>
            <pc:docMk/>
            <pc:sldMasterMk cId="1290934442" sldId="2147483684"/>
            <pc:sldLayoutMk cId="1766308386" sldId="2147483694"/>
          </pc:sldLayoutMkLst>
        </pc:sldLayoutChg>
        <pc:sldLayoutChg chg="add del mod replId">
          <pc:chgData name="Ruhul Amin Sharif" userId="dff23b7321b8062c" providerId="Windows Live" clId="Web-{3A385648-3C0D-4C23-ADAD-DAD71226204A}" dt="2025-11-30T13:49:37.863" v="9"/>
          <pc:sldLayoutMkLst>
            <pc:docMk/>
            <pc:sldMasterMk cId="1290934442" sldId="2147483684"/>
            <pc:sldLayoutMk cId="1217972347" sldId="2147483695"/>
          </pc:sldLayoutMkLst>
        </pc:sldLayoutChg>
      </pc:sldMasterChg>
      <pc:sldMasterChg chg="add del addSldLayout delSldLayout modSldLayout">
        <pc:chgData name="Ruhul Amin Sharif" userId="dff23b7321b8062c" providerId="Windows Live" clId="Web-{3A385648-3C0D-4C23-ADAD-DAD71226204A}" dt="2025-11-30T14:01:29.869" v="20"/>
        <pc:sldMasterMkLst>
          <pc:docMk/>
          <pc:sldMasterMk cId="2413672704" sldId="2147483696"/>
        </pc:sldMasterMkLst>
        <pc:sldLayoutChg chg="add del mod replId">
          <pc:chgData name="Ruhul Amin Sharif" userId="dff23b7321b8062c" providerId="Windows Live" clId="Web-{3A385648-3C0D-4C23-ADAD-DAD71226204A}" dt="2025-11-30T14:01:29.869" v="20"/>
          <pc:sldLayoutMkLst>
            <pc:docMk/>
            <pc:sldMasterMk cId="2413672704" sldId="2147483696"/>
            <pc:sldLayoutMk cId="3998217010" sldId="2147483697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29.869" v="20"/>
          <pc:sldLayoutMkLst>
            <pc:docMk/>
            <pc:sldMasterMk cId="2413672704" sldId="2147483696"/>
            <pc:sldLayoutMk cId="1528407197" sldId="2147483698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29.869" v="20"/>
          <pc:sldLayoutMkLst>
            <pc:docMk/>
            <pc:sldMasterMk cId="2413672704" sldId="2147483696"/>
            <pc:sldLayoutMk cId="4211406341" sldId="2147483699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29.869" v="20"/>
          <pc:sldLayoutMkLst>
            <pc:docMk/>
            <pc:sldMasterMk cId="2413672704" sldId="2147483696"/>
            <pc:sldLayoutMk cId="3213220035" sldId="2147483700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29.869" v="20"/>
          <pc:sldLayoutMkLst>
            <pc:docMk/>
            <pc:sldMasterMk cId="2413672704" sldId="2147483696"/>
            <pc:sldLayoutMk cId="2257648191" sldId="2147483701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29.869" v="20"/>
          <pc:sldLayoutMkLst>
            <pc:docMk/>
            <pc:sldMasterMk cId="2413672704" sldId="2147483696"/>
            <pc:sldLayoutMk cId="321947943" sldId="2147483702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29.869" v="20"/>
          <pc:sldLayoutMkLst>
            <pc:docMk/>
            <pc:sldMasterMk cId="2413672704" sldId="2147483696"/>
            <pc:sldLayoutMk cId="2828096641" sldId="2147483703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29.869" v="20"/>
          <pc:sldLayoutMkLst>
            <pc:docMk/>
            <pc:sldMasterMk cId="2413672704" sldId="2147483696"/>
            <pc:sldLayoutMk cId="2641740178" sldId="2147483704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29.869" v="20"/>
          <pc:sldLayoutMkLst>
            <pc:docMk/>
            <pc:sldMasterMk cId="2413672704" sldId="2147483696"/>
            <pc:sldLayoutMk cId="464981538" sldId="2147483705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29.869" v="20"/>
          <pc:sldLayoutMkLst>
            <pc:docMk/>
            <pc:sldMasterMk cId="2413672704" sldId="2147483696"/>
            <pc:sldLayoutMk cId="3169302954" sldId="2147483706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29.869" v="20"/>
          <pc:sldLayoutMkLst>
            <pc:docMk/>
            <pc:sldMasterMk cId="2413672704" sldId="2147483696"/>
            <pc:sldLayoutMk cId="3224116700" sldId="2147483707"/>
          </pc:sldLayoutMkLst>
        </pc:sldLayoutChg>
      </pc:sldMasterChg>
      <pc:sldMasterChg chg="add del addSldLayout delSldLayout modSldLayout">
        <pc:chgData name="Ruhul Amin Sharif" userId="dff23b7321b8062c" providerId="Windows Live" clId="Web-{3A385648-3C0D-4C23-ADAD-DAD71226204A}" dt="2025-11-30T14:01:47.963" v="22"/>
        <pc:sldMasterMkLst>
          <pc:docMk/>
          <pc:sldMasterMk cId="861300614" sldId="2147483708"/>
        </pc:sldMasterMkLst>
        <pc:sldLayoutChg chg="add del mod replId">
          <pc:chgData name="Ruhul Amin Sharif" userId="dff23b7321b8062c" providerId="Windows Live" clId="Web-{3A385648-3C0D-4C23-ADAD-DAD71226204A}" dt="2025-11-30T14:01:47.963" v="22"/>
          <pc:sldLayoutMkLst>
            <pc:docMk/>
            <pc:sldMasterMk cId="861300614" sldId="2147483708"/>
            <pc:sldLayoutMk cId="1763504004" sldId="2147483709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47.963" v="22"/>
          <pc:sldLayoutMkLst>
            <pc:docMk/>
            <pc:sldMasterMk cId="861300614" sldId="2147483708"/>
            <pc:sldLayoutMk cId="1970371746" sldId="2147483710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47.963" v="22"/>
          <pc:sldLayoutMkLst>
            <pc:docMk/>
            <pc:sldMasterMk cId="861300614" sldId="2147483708"/>
            <pc:sldLayoutMk cId="1032130536" sldId="2147483711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47.963" v="22"/>
          <pc:sldLayoutMkLst>
            <pc:docMk/>
            <pc:sldMasterMk cId="861300614" sldId="2147483708"/>
            <pc:sldLayoutMk cId="2904529905" sldId="2147483712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47.963" v="22"/>
          <pc:sldLayoutMkLst>
            <pc:docMk/>
            <pc:sldMasterMk cId="861300614" sldId="2147483708"/>
            <pc:sldLayoutMk cId="3371996409" sldId="2147483713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47.963" v="22"/>
          <pc:sldLayoutMkLst>
            <pc:docMk/>
            <pc:sldMasterMk cId="861300614" sldId="2147483708"/>
            <pc:sldLayoutMk cId="157021065" sldId="2147483714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47.963" v="22"/>
          <pc:sldLayoutMkLst>
            <pc:docMk/>
            <pc:sldMasterMk cId="861300614" sldId="2147483708"/>
            <pc:sldLayoutMk cId="3044063714" sldId="2147483715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47.963" v="22"/>
          <pc:sldLayoutMkLst>
            <pc:docMk/>
            <pc:sldMasterMk cId="861300614" sldId="2147483708"/>
            <pc:sldLayoutMk cId="1823401996" sldId="2147483716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47.963" v="22"/>
          <pc:sldLayoutMkLst>
            <pc:docMk/>
            <pc:sldMasterMk cId="861300614" sldId="2147483708"/>
            <pc:sldLayoutMk cId="398931201" sldId="2147483717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47.963" v="22"/>
          <pc:sldLayoutMkLst>
            <pc:docMk/>
            <pc:sldMasterMk cId="861300614" sldId="2147483708"/>
            <pc:sldLayoutMk cId="125131442" sldId="2147483718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47.963" v="22"/>
          <pc:sldLayoutMkLst>
            <pc:docMk/>
            <pc:sldMasterMk cId="861300614" sldId="2147483708"/>
            <pc:sldLayoutMk cId="451326732" sldId="2147483719"/>
          </pc:sldLayoutMkLst>
        </pc:sldLayoutChg>
      </pc:sldMasterChg>
      <pc:sldMasterChg chg="add del addSldLayout delSldLayout modSldLayout">
        <pc:chgData name="Ruhul Amin Sharif" userId="dff23b7321b8062c" providerId="Windows Live" clId="Web-{3A385648-3C0D-4C23-ADAD-DAD71226204A}" dt="2025-11-30T13:49:49.661" v="11"/>
        <pc:sldMasterMkLst>
          <pc:docMk/>
          <pc:sldMasterMk cId="2187557154" sldId="2147483708"/>
        </pc:sldMasterMkLst>
        <pc:sldLayoutChg chg="add del mod replId">
          <pc:chgData name="Ruhul Amin Sharif" userId="dff23b7321b8062c" providerId="Windows Live" clId="Web-{3A385648-3C0D-4C23-ADAD-DAD71226204A}" dt="2025-11-30T13:49:49.661" v="11"/>
          <pc:sldLayoutMkLst>
            <pc:docMk/>
            <pc:sldMasterMk cId="2187557154" sldId="2147483708"/>
            <pc:sldLayoutMk cId="3579485579" sldId="2147483709"/>
          </pc:sldLayoutMkLst>
        </pc:sldLayoutChg>
        <pc:sldLayoutChg chg="add del mod replId">
          <pc:chgData name="Ruhul Amin Sharif" userId="dff23b7321b8062c" providerId="Windows Live" clId="Web-{3A385648-3C0D-4C23-ADAD-DAD71226204A}" dt="2025-11-30T13:49:49.661" v="11"/>
          <pc:sldLayoutMkLst>
            <pc:docMk/>
            <pc:sldMasterMk cId="2187557154" sldId="2147483708"/>
            <pc:sldLayoutMk cId="3860875475" sldId="2147483710"/>
          </pc:sldLayoutMkLst>
        </pc:sldLayoutChg>
        <pc:sldLayoutChg chg="add del mod replId">
          <pc:chgData name="Ruhul Amin Sharif" userId="dff23b7321b8062c" providerId="Windows Live" clId="Web-{3A385648-3C0D-4C23-ADAD-DAD71226204A}" dt="2025-11-30T13:49:49.661" v="11"/>
          <pc:sldLayoutMkLst>
            <pc:docMk/>
            <pc:sldMasterMk cId="2187557154" sldId="2147483708"/>
            <pc:sldLayoutMk cId="667527502" sldId="2147483711"/>
          </pc:sldLayoutMkLst>
        </pc:sldLayoutChg>
        <pc:sldLayoutChg chg="add del mod replId">
          <pc:chgData name="Ruhul Amin Sharif" userId="dff23b7321b8062c" providerId="Windows Live" clId="Web-{3A385648-3C0D-4C23-ADAD-DAD71226204A}" dt="2025-11-30T13:49:49.661" v="11"/>
          <pc:sldLayoutMkLst>
            <pc:docMk/>
            <pc:sldMasterMk cId="2187557154" sldId="2147483708"/>
            <pc:sldLayoutMk cId="1557685621" sldId="2147483712"/>
          </pc:sldLayoutMkLst>
        </pc:sldLayoutChg>
        <pc:sldLayoutChg chg="add del mod replId">
          <pc:chgData name="Ruhul Amin Sharif" userId="dff23b7321b8062c" providerId="Windows Live" clId="Web-{3A385648-3C0D-4C23-ADAD-DAD71226204A}" dt="2025-11-30T13:49:49.661" v="11"/>
          <pc:sldLayoutMkLst>
            <pc:docMk/>
            <pc:sldMasterMk cId="2187557154" sldId="2147483708"/>
            <pc:sldLayoutMk cId="208177176" sldId="2147483713"/>
          </pc:sldLayoutMkLst>
        </pc:sldLayoutChg>
        <pc:sldLayoutChg chg="add del mod replId">
          <pc:chgData name="Ruhul Amin Sharif" userId="dff23b7321b8062c" providerId="Windows Live" clId="Web-{3A385648-3C0D-4C23-ADAD-DAD71226204A}" dt="2025-11-30T13:49:49.661" v="11"/>
          <pc:sldLayoutMkLst>
            <pc:docMk/>
            <pc:sldMasterMk cId="2187557154" sldId="2147483708"/>
            <pc:sldLayoutMk cId="3438909730" sldId="2147483714"/>
          </pc:sldLayoutMkLst>
        </pc:sldLayoutChg>
        <pc:sldLayoutChg chg="add del mod replId">
          <pc:chgData name="Ruhul Amin Sharif" userId="dff23b7321b8062c" providerId="Windows Live" clId="Web-{3A385648-3C0D-4C23-ADAD-DAD71226204A}" dt="2025-11-30T13:49:49.661" v="11"/>
          <pc:sldLayoutMkLst>
            <pc:docMk/>
            <pc:sldMasterMk cId="2187557154" sldId="2147483708"/>
            <pc:sldLayoutMk cId="4255786706" sldId="2147483715"/>
          </pc:sldLayoutMkLst>
        </pc:sldLayoutChg>
        <pc:sldLayoutChg chg="add del mod replId">
          <pc:chgData name="Ruhul Amin Sharif" userId="dff23b7321b8062c" providerId="Windows Live" clId="Web-{3A385648-3C0D-4C23-ADAD-DAD71226204A}" dt="2025-11-30T13:49:49.661" v="11"/>
          <pc:sldLayoutMkLst>
            <pc:docMk/>
            <pc:sldMasterMk cId="2187557154" sldId="2147483708"/>
            <pc:sldLayoutMk cId="3255698497" sldId="2147483716"/>
          </pc:sldLayoutMkLst>
        </pc:sldLayoutChg>
        <pc:sldLayoutChg chg="add del mod replId">
          <pc:chgData name="Ruhul Amin Sharif" userId="dff23b7321b8062c" providerId="Windows Live" clId="Web-{3A385648-3C0D-4C23-ADAD-DAD71226204A}" dt="2025-11-30T13:49:49.661" v="11"/>
          <pc:sldLayoutMkLst>
            <pc:docMk/>
            <pc:sldMasterMk cId="2187557154" sldId="2147483708"/>
            <pc:sldLayoutMk cId="2501395583" sldId="2147483717"/>
          </pc:sldLayoutMkLst>
        </pc:sldLayoutChg>
        <pc:sldLayoutChg chg="add del mod replId">
          <pc:chgData name="Ruhul Amin Sharif" userId="dff23b7321b8062c" providerId="Windows Live" clId="Web-{3A385648-3C0D-4C23-ADAD-DAD71226204A}" dt="2025-11-30T13:49:49.661" v="11"/>
          <pc:sldLayoutMkLst>
            <pc:docMk/>
            <pc:sldMasterMk cId="2187557154" sldId="2147483708"/>
            <pc:sldLayoutMk cId="1261588697" sldId="2147483718"/>
          </pc:sldLayoutMkLst>
        </pc:sldLayoutChg>
        <pc:sldLayoutChg chg="add del mod replId">
          <pc:chgData name="Ruhul Amin Sharif" userId="dff23b7321b8062c" providerId="Windows Live" clId="Web-{3A385648-3C0D-4C23-ADAD-DAD71226204A}" dt="2025-11-30T13:49:49.661" v="11"/>
          <pc:sldLayoutMkLst>
            <pc:docMk/>
            <pc:sldMasterMk cId="2187557154" sldId="2147483708"/>
            <pc:sldLayoutMk cId="571331583" sldId="2147483719"/>
          </pc:sldLayoutMkLst>
        </pc:sldLayoutChg>
      </pc:sldMasterChg>
      <pc:sldMasterChg chg="add del addSldLayout delSldLayout modSldLayout">
        <pc:chgData name="Ruhul Amin Sharif" userId="dff23b7321b8062c" providerId="Windows Live" clId="Web-{3A385648-3C0D-4C23-ADAD-DAD71226204A}" dt="2025-11-30T14:01:51.119" v="23"/>
        <pc:sldMasterMkLst>
          <pc:docMk/>
          <pc:sldMasterMk cId="2475966194" sldId="2147483720"/>
        </pc:sldMasterMkLst>
        <pc:sldLayoutChg chg="add del mod replId">
          <pc:chgData name="Ruhul Amin Sharif" userId="dff23b7321b8062c" providerId="Windows Live" clId="Web-{3A385648-3C0D-4C23-ADAD-DAD71226204A}" dt="2025-11-30T14:01:51.119" v="23"/>
          <pc:sldLayoutMkLst>
            <pc:docMk/>
            <pc:sldMasterMk cId="2475966194" sldId="2147483720"/>
            <pc:sldLayoutMk cId="1947249810" sldId="2147483721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51.119" v="23"/>
          <pc:sldLayoutMkLst>
            <pc:docMk/>
            <pc:sldMasterMk cId="2475966194" sldId="2147483720"/>
            <pc:sldLayoutMk cId="531434506" sldId="2147483722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51.119" v="23"/>
          <pc:sldLayoutMkLst>
            <pc:docMk/>
            <pc:sldMasterMk cId="2475966194" sldId="2147483720"/>
            <pc:sldLayoutMk cId="3129414384" sldId="2147483723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51.119" v="23"/>
          <pc:sldLayoutMkLst>
            <pc:docMk/>
            <pc:sldMasterMk cId="2475966194" sldId="2147483720"/>
            <pc:sldLayoutMk cId="1098195866" sldId="2147483724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51.119" v="23"/>
          <pc:sldLayoutMkLst>
            <pc:docMk/>
            <pc:sldMasterMk cId="2475966194" sldId="2147483720"/>
            <pc:sldLayoutMk cId="1649561943" sldId="2147483725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51.119" v="23"/>
          <pc:sldLayoutMkLst>
            <pc:docMk/>
            <pc:sldMasterMk cId="2475966194" sldId="2147483720"/>
            <pc:sldLayoutMk cId="2910906672" sldId="2147483726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51.119" v="23"/>
          <pc:sldLayoutMkLst>
            <pc:docMk/>
            <pc:sldMasterMk cId="2475966194" sldId="2147483720"/>
            <pc:sldLayoutMk cId="3257139067" sldId="2147483727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51.119" v="23"/>
          <pc:sldLayoutMkLst>
            <pc:docMk/>
            <pc:sldMasterMk cId="2475966194" sldId="2147483720"/>
            <pc:sldLayoutMk cId="4060098017" sldId="2147483728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51.119" v="23"/>
          <pc:sldLayoutMkLst>
            <pc:docMk/>
            <pc:sldMasterMk cId="2475966194" sldId="2147483720"/>
            <pc:sldLayoutMk cId="3708858342" sldId="2147483729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51.119" v="23"/>
          <pc:sldLayoutMkLst>
            <pc:docMk/>
            <pc:sldMasterMk cId="2475966194" sldId="2147483720"/>
            <pc:sldLayoutMk cId="1196112105" sldId="2147483730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51.119" v="23"/>
          <pc:sldLayoutMkLst>
            <pc:docMk/>
            <pc:sldMasterMk cId="2475966194" sldId="2147483720"/>
            <pc:sldLayoutMk cId="3911054943" sldId="2147483731"/>
          </pc:sldLayoutMkLst>
        </pc:sldLayoutChg>
      </pc:sldMasterChg>
      <pc:sldMasterChg chg="add del addSldLayout delSldLayout modSldLayout">
        <pc:chgData name="Ruhul Amin Sharif" userId="dff23b7321b8062c" providerId="Windows Live" clId="Web-{3A385648-3C0D-4C23-ADAD-DAD71226204A}" dt="2025-11-30T14:01:57.822" v="24"/>
        <pc:sldMasterMkLst>
          <pc:docMk/>
          <pc:sldMasterMk cId="2267568777" sldId="2147483732"/>
        </pc:sldMasterMkLst>
        <pc:sldLayoutChg chg="add del mod replId">
          <pc:chgData name="Ruhul Amin Sharif" userId="dff23b7321b8062c" providerId="Windows Live" clId="Web-{3A385648-3C0D-4C23-ADAD-DAD71226204A}" dt="2025-11-30T14:01:57.822" v="24"/>
          <pc:sldLayoutMkLst>
            <pc:docMk/>
            <pc:sldMasterMk cId="2267568777" sldId="2147483732"/>
            <pc:sldLayoutMk cId="3860771347" sldId="2147483733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57.822" v="24"/>
          <pc:sldLayoutMkLst>
            <pc:docMk/>
            <pc:sldMasterMk cId="2267568777" sldId="2147483732"/>
            <pc:sldLayoutMk cId="255772165" sldId="2147483734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57.822" v="24"/>
          <pc:sldLayoutMkLst>
            <pc:docMk/>
            <pc:sldMasterMk cId="2267568777" sldId="2147483732"/>
            <pc:sldLayoutMk cId="425601076" sldId="2147483735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57.822" v="24"/>
          <pc:sldLayoutMkLst>
            <pc:docMk/>
            <pc:sldMasterMk cId="2267568777" sldId="2147483732"/>
            <pc:sldLayoutMk cId="1676633636" sldId="2147483736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57.822" v="24"/>
          <pc:sldLayoutMkLst>
            <pc:docMk/>
            <pc:sldMasterMk cId="2267568777" sldId="2147483732"/>
            <pc:sldLayoutMk cId="219139159" sldId="2147483737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57.822" v="24"/>
          <pc:sldLayoutMkLst>
            <pc:docMk/>
            <pc:sldMasterMk cId="2267568777" sldId="2147483732"/>
            <pc:sldLayoutMk cId="1532404261" sldId="2147483738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57.822" v="24"/>
          <pc:sldLayoutMkLst>
            <pc:docMk/>
            <pc:sldMasterMk cId="2267568777" sldId="2147483732"/>
            <pc:sldLayoutMk cId="561880505" sldId="2147483739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57.822" v="24"/>
          <pc:sldLayoutMkLst>
            <pc:docMk/>
            <pc:sldMasterMk cId="2267568777" sldId="2147483732"/>
            <pc:sldLayoutMk cId="2326544397" sldId="2147483740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57.822" v="24"/>
          <pc:sldLayoutMkLst>
            <pc:docMk/>
            <pc:sldMasterMk cId="2267568777" sldId="2147483732"/>
            <pc:sldLayoutMk cId="1596161744" sldId="2147483741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57.822" v="24"/>
          <pc:sldLayoutMkLst>
            <pc:docMk/>
            <pc:sldMasterMk cId="2267568777" sldId="2147483732"/>
            <pc:sldLayoutMk cId="1164402670" sldId="2147483742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57.822" v="24"/>
          <pc:sldLayoutMkLst>
            <pc:docMk/>
            <pc:sldMasterMk cId="2267568777" sldId="2147483732"/>
            <pc:sldLayoutMk cId="3662064933" sldId="2147483743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57.822" v="24"/>
          <pc:sldLayoutMkLst>
            <pc:docMk/>
            <pc:sldMasterMk cId="2267568777" sldId="2147483732"/>
            <pc:sldLayoutMk cId="3986549913" sldId="2147483744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57.822" v="24"/>
          <pc:sldLayoutMkLst>
            <pc:docMk/>
            <pc:sldMasterMk cId="2267568777" sldId="2147483732"/>
            <pc:sldLayoutMk cId="3982733278" sldId="2147483745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57.822" v="24"/>
          <pc:sldLayoutMkLst>
            <pc:docMk/>
            <pc:sldMasterMk cId="2267568777" sldId="2147483732"/>
            <pc:sldLayoutMk cId="393486403" sldId="2147483746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57.822" v="24"/>
          <pc:sldLayoutMkLst>
            <pc:docMk/>
            <pc:sldMasterMk cId="2267568777" sldId="2147483732"/>
            <pc:sldLayoutMk cId="3673716685" sldId="2147483747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57.822" v="24"/>
          <pc:sldLayoutMkLst>
            <pc:docMk/>
            <pc:sldMasterMk cId="2267568777" sldId="2147483732"/>
            <pc:sldLayoutMk cId="1631916174" sldId="2147483748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1:57.822" v="24"/>
          <pc:sldLayoutMkLst>
            <pc:docMk/>
            <pc:sldMasterMk cId="2267568777" sldId="2147483732"/>
            <pc:sldLayoutMk cId="2104052822" sldId="2147483749"/>
          </pc:sldLayoutMkLst>
        </pc:sldLayoutChg>
      </pc:sldMasterChg>
      <pc:sldMasterChg chg="add del addSldLayout delSldLayout modSldLayout">
        <pc:chgData name="Ruhul Amin Sharif" userId="dff23b7321b8062c" providerId="Windows Live" clId="Web-{3A385648-3C0D-4C23-ADAD-DAD71226204A}" dt="2025-11-30T14:02:02.494" v="25"/>
        <pc:sldMasterMkLst>
          <pc:docMk/>
          <pc:sldMasterMk cId="4092538634" sldId="2147483750"/>
        </pc:sldMasterMkLst>
        <pc:sldLayoutChg chg="add del mod replId">
          <pc:chgData name="Ruhul Amin Sharif" userId="dff23b7321b8062c" providerId="Windows Live" clId="Web-{3A385648-3C0D-4C23-ADAD-DAD71226204A}" dt="2025-11-30T14:02:02.494" v="25"/>
          <pc:sldLayoutMkLst>
            <pc:docMk/>
            <pc:sldMasterMk cId="4092538634" sldId="2147483750"/>
            <pc:sldLayoutMk cId="4045262361" sldId="2147483751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2:02.494" v="25"/>
          <pc:sldLayoutMkLst>
            <pc:docMk/>
            <pc:sldMasterMk cId="4092538634" sldId="2147483750"/>
            <pc:sldLayoutMk cId="4012608235" sldId="2147483752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2:02.494" v="25"/>
          <pc:sldLayoutMkLst>
            <pc:docMk/>
            <pc:sldMasterMk cId="4092538634" sldId="2147483750"/>
            <pc:sldLayoutMk cId="682705436" sldId="2147483753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2:02.494" v="25"/>
          <pc:sldLayoutMkLst>
            <pc:docMk/>
            <pc:sldMasterMk cId="4092538634" sldId="2147483750"/>
            <pc:sldLayoutMk cId="2749381593" sldId="2147483754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2:02.494" v="25"/>
          <pc:sldLayoutMkLst>
            <pc:docMk/>
            <pc:sldMasterMk cId="4092538634" sldId="2147483750"/>
            <pc:sldLayoutMk cId="2816209900" sldId="2147483755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2:02.494" v="25"/>
          <pc:sldLayoutMkLst>
            <pc:docMk/>
            <pc:sldMasterMk cId="4092538634" sldId="2147483750"/>
            <pc:sldLayoutMk cId="2463178438" sldId="2147483756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2:02.494" v="25"/>
          <pc:sldLayoutMkLst>
            <pc:docMk/>
            <pc:sldMasterMk cId="4092538634" sldId="2147483750"/>
            <pc:sldLayoutMk cId="2213587820" sldId="2147483757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2:02.494" v="25"/>
          <pc:sldLayoutMkLst>
            <pc:docMk/>
            <pc:sldMasterMk cId="4092538634" sldId="2147483750"/>
            <pc:sldLayoutMk cId="1755462" sldId="2147483758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2:02.494" v="25"/>
          <pc:sldLayoutMkLst>
            <pc:docMk/>
            <pc:sldMasterMk cId="4092538634" sldId="2147483750"/>
            <pc:sldLayoutMk cId="3758197812" sldId="2147483759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2:02.494" v="25"/>
          <pc:sldLayoutMkLst>
            <pc:docMk/>
            <pc:sldMasterMk cId="4092538634" sldId="2147483750"/>
            <pc:sldLayoutMk cId="2317387826" sldId="2147483760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2:02.494" v="25"/>
          <pc:sldLayoutMkLst>
            <pc:docMk/>
            <pc:sldMasterMk cId="4092538634" sldId="2147483750"/>
            <pc:sldLayoutMk cId="3016821725" sldId="2147483761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2:02.494" v="25"/>
          <pc:sldLayoutMkLst>
            <pc:docMk/>
            <pc:sldMasterMk cId="4092538634" sldId="2147483750"/>
            <pc:sldLayoutMk cId="1263554890" sldId="2147483762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2:02.494" v="25"/>
          <pc:sldLayoutMkLst>
            <pc:docMk/>
            <pc:sldMasterMk cId="4092538634" sldId="2147483750"/>
            <pc:sldLayoutMk cId="3855512477" sldId="2147483763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2:02.494" v="25"/>
          <pc:sldLayoutMkLst>
            <pc:docMk/>
            <pc:sldMasterMk cId="4092538634" sldId="2147483750"/>
            <pc:sldLayoutMk cId="739918662" sldId="2147483764"/>
          </pc:sldLayoutMkLst>
        </pc:sldLayoutChg>
      </pc:sldMasterChg>
      <pc:sldMasterChg chg="add del addSldLayout delSldLayout modSldLayout">
        <pc:chgData name="Ruhul Amin Sharif" userId="dff23b7321b8062c" providerId="Windows Live" clId="Web-{3A385648-3C0D-4C23-ADAD-DAD71226204A}" dt="2025-11-30T14:02:07.510" v="26"/>
        <pc:sldMasterMkLst>
          <pc:docMk/>
          <pc:sldMasterMk cId="823718604" sldId="2147483765"/>
        </pc:sldMasterMkLst>
        <pc:sldLayoutChg chg="add del mod replId">
          <pc:chgData name="Ruhul Amin Sharif" userId="dff23b7321b8062c" providerId="Windows Live" clId="Web-{3A385648-3C0D-4C23-ADAD-DAD71226204A}" dt="2025-11-30T14:02:07.510" v="26"/>
          <pc:sldLayoutMkLst>
            <pc:docMk/>
            <pc:sldMasterMk cId="823718604" sldId="2147483765"/>
            <pc:sldLayoutMk cId="111084321" sldId="2147483766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2:07.510" v="26"/>
          <pc:sldLayoutMkLst>
            <pc:docMk/>
            <pc:sldMasterMk cId="823718604" sldId="2147483765"/>
            <pc:sldLayoutMk cId="2274924967" sldId="2147483767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2:07.510" v="26"/>
          <pc:sldLayoutMkLst>
            <pc:docMk/>
            <pc:sldMasterMk cId="823718604" sldId="2147483765"/>
            <pc:sldLayoutMk cId="2922291760" sldId="2147483768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2:07.510" v="26"/>
          <pc:sldLayoutMkLst>
            <pc:docMk/>
            <pc:sldMasterMk cId="823718604" sldId="2147483765"/>
            <pc:sldLayoutMk cId="1423346731" sldId="2147483769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2:07.510" v="26"/>
          <pc:sldLayoutMkLst>
            <pc:docMk/>
            <pc:sldMasterMk cId="823718604" sldId="2147483765"/>
            <pc:sldLayoutMk cId="1415666761" sldId="2147483770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2:07.510" v="26"/>
          <pc:sldLayoutMkLst>
            <pc:docMk/>
            <pc:sldMasterMk cId="823718604" sldId="2147483765"/>
            <pc:sldLayoutMk cId="588703180" sldId="2147483771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2:07.510" v="26"/>
          <pc:sldLayoutMkLst>
            <pc:docMk/>
            <pc:sldMasterMk cId="823718604" sldId="2147483765"/>
            <pc:sldLayoutMk cId="1489451274" sldId="2147483772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2:07.510" v="26"/>
          <pc:sldLayoutMkLst>
            <pc:docMk/>
            <pc:sldMasterMk cId="823718604" sldId="2147483765"/>
            <pc:sldLayoutMk cId="4102448336" sldId="2147483773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2:07.510" v="26"/>
          <pc:sldLayoutMkLst>
            <pc:docMk/>
            <pc:sldMasterMk cId="823718604" sldId="2147483765"/>
            <pc:sldLayoutMk cId="1489877483" sldId="2147483774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2:07.510" v="26"/>
          <pc:sldLayoutMkLst>
            <pc:docMk/>
            <pc:sldMasterMk cId="823718604" sldId="2147483765"/>
            <pc:sldLayoutMk cId="3534736231" sldId="2147483775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2:07.510" v="26"/>
          <pc:sldLayoutMkLst>
            <pc:docMk/>
            <pc:sldMasterMk cId="823718604" sldId="2147483765"/>
            <pc:sldLayoutMk cId="3686525164" sldId="2147483776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2:07.510" v="26"/>
          <pc:sldLayoutMkLst>
            <pc:docMk/>
            <pc:sldMasterMk cId="823718604" sldId="2147483765"/>
            <pc:sldLayoutMk cId="1595022493" sldId="2147483777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2:07.510" v="26"/>
          <pc:sldLayoutMkLst>
            <pc:docMk/>
            <pc:sldMasterMk cId="823718604" sldId="2147483765"/>
            <pc:sldLayoutMk cId="3015935884" sldId="2147483778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2:07.510" v="26"/>
          <pc:sldLayoutMkLst>
            <pc:docMk/>
            <pc:sldMasterMk cId="823718604" sldId="2147483765"/>
            <pc:sldLayoutMk cId="4007190308" sldId="2147483779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2:07.510" v="26"/>
          <pc:sldLayoutMkLst>
            <pc:docMk/>
            <pc:sldMasterMk cId="823718604" sldId="2147483765"/>
            <pc:sldLayoutMk cId="2252616450" sldId="2147483780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2:07.510" v="26"/>
          <pc:sldLayoutMkLst>
            <pc:docMk/>
            <pc:sldMasterMk cId="823718604" sldId="2147483765"/>
            <pc:sldLayoutMk cId="972525768" sldId="2147483781"/>
          </pc:sldLayoutMkLst>
        </pc:sldLayoutChg>
      </pc:sldMasterChg>
      <pc:sldMasterChg chg="add del addSldLayout delSldLayout modSldLayout">
        <pc:chgData name="Ruhul Amin Sharif" userId="dff23b7321b8062c" providerId="Windows Live" clId="Web-{3A385648-3C0D-4C23-ADAD-DAD71226204A}" dt="2025-11-30T14:06:41.586" v="27"/>
        <pc:sldMasterMkLst>
          <pc:docMk/>
          <pc:sldMasterMk cId="2004531138" sldId="2147483782"/>
        </pc:sldMasterMkLst>
        <pc:sldLayoutChg chg="add del mod replId">
          <pc:chgData name="Ruhul Amin Sharif" userId="dff23b7321b8062c" providerId="Windows Live" clId="Web-{3A385648-3C0D-4C23-ADAD-DAD71226204A}" dt="2025-11-30T14:06:41.586" v="27"/>
          <pc:sldLayoutMkLst>
            <pc:docMk/>
            <pc:sldMasterMk cId="2004531138" sldId="2147483782"/>
            <pc:sldLayoutMk cId="1191594864" sldId="2147483783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6:41.586" v="27"/>
          <pc:sldLayoutMkLst>
            <pc:docMk/>
            <pc:sldMasterMk cId="2004531138" sldId="2147483782"/>
            <pc:sldLayoutMk cId="69748241" sldId="2147483784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6:41.586" v="27"/>
          <pc:sldLayoutMkLst>
            <pc:docMk/>
            <pc:sldMasterMk cId="2004531138" sldId="2147483782"/>
            <pc:sldLayoutMk cId="2858811511" sldId="2147483785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6:41.586" v="27"/>
          <pc:sldLayoutMkLst>
            <pc:docMk/>
            <pc:sldMasterMk cId="2004531138" sldId="2147483782"/>
            <pc:sldLayoutMk cId="3614022610" sldId="2147483786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6:41.586" v="27"/>
          <pc:sldLayoutMkLst>
            <pc:docMk/>
            <pc:sldMasterMk cId="2004531138" sldId="2147483782"/>
            <pc:sldLayoutMk cId="1287804917" sldId="2147483787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6:41.586" v="27"/>
          <pc:sldLayoutMkLst>
            <pc:docMk/>
            <pc:sldMasterMk cId="2004531138" sldId="2147483782"/>
            <pc:sldLayoutMk cId="236723350" sldId="2147483788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6:41.586" v="27"/>
          <pc:sldLayoutMkLst>
            <pc:docMk/>
            <pc:sldMasterMk cId="2004531138" sldId="2147483782"/>
            <pc:sldLayoutMk cId="872792840" sldId="2147483789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6:41.586" v="27"/>
          <pc:sldLayoutMkLst>
            <pc:docMk/>
            <pc:sldMasterMk cId="2004531138" sldId="2147483782"/>
            <pc:sldLayoutMk cId="591592770" sldId="2147483790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6:41.586" v="27"/>
          <pc:sldLayoutMkLst>
            <pc:docMk/>
            <pc:sldMasterMk cId="2004531138" sldId="2147483782"/>
            <pc:sldLayoutMk cId="11166364" sldId="2147483791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6:41.586" v="27"/>
          <pc:sldLayoutMkLst>
            <pc:docMk/>
            <pc:sldMasterMk cId="2004531138" sldId="2147483782"/>
            <pc:sldLayoutMk cId="891066887" sldId="2147483792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6:41.586" v="27"/>
          <pc:sldLayoutMkLst>
            <pc:docMk/>
            <pc:sldMasterMk cId="2004531138" sldId="2147483782"/>
            <pc:sldLayoutMk cId="3713342881" sldId="2147483793"/>
          </pc:sldLayoutMkLst>
        </pc:sldLayoutChg>
      </pc:sldMasterChg>
      <pc:sldMasterChg chg="add del addSldLayout delSldLayout modSldLayout">
        <pc:chgData name="Ruhul Amin Sharif" userId="dff23b7321b8062c" providerId="Windows Live" clId="Web-{3A385648-3C0D-4C23-ADAD-DAD71226204A}" dt="2025-11-30T14:07:04.103" v="31"/>
        <pc:sldMasterMkLst>
          <pc:docMk/>
          <pc:sldMasterMk cId="1329833846" sldId="2147483794"/>
        </pc:sldMasterMkLst>
        <pc:sldLayoutChg chg="add del mod replId">
          <pc:chgData name="Ruhul Amin Sharif" userId="dff23b7321b8062c" providerId="Windows Live" clId="Web-{3A385648-3C0D-4C23-ADAD-DAD71226204A}" dt="2025-11-30T14:07:04.103" v="31"/>
          <pc:sldLayoutMkLst>
            <pc:docMk/>
            <pc:sldMasterMk cId="1329833846" sldId="2147483794"/>
            <pc:sldLayoutMk cId="1180028520" sldId="2147483795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7:04.103" v="31"/>
          <pc:sldLayoutMkLst>
            <pc:docMk/>
            <pc:sldMasterMk cId="1329833846" sldId="2147483794"/>
            <pc:sldLayoutMk cId="1452572095" sldId="2147483796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7:04.103" v="31"/>
          <pc:sldLayoutMkLst>
            <pc:docMk/>
            <pc:sldMasterMk cId="1329833846" sldId="2147483794"/>
            <pc:sldLayoutMk cId="199105504" sldId="2147483797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7:04.103" v="31"/>
          <pc:sldLayoutMkLst>
            <pc:docMk/>
            <pc:sldMasterMk cId="1329833846" sldId="2147483794"/>
            <pc:sldLayoutMk cId="365495033" sldId="2147483798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7:04.103" v="31"/>
          <pc:sldLayoutMkLst>
            <pc:docMk/>
            <pc:sldMasterMk cId="1329833846" sldId="2147483794"/>
            <pc:sldLayoutMk cId="1119207115" sldId="2147483799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7:04.103" v="31"/>
          <pc:sldLayoutMkLst>
            <pc:docMk/>
            <pc:sldMasterMk cId="1329833846" sldId="2147483794"/>
            <pc:sldLayoutMk cId="2946021507" sldId="2147483800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7:04.103" v="31"/>
          <pc:sldLayoutMkLst>
            <pc:docMk/>
            <pc:sldMasterMk cId="1329833846" sldId="2147483794"/>
            <pc:sldLayoutMk cId="2492793720" sldId="2147483801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7:04.103" v="31"/>
          <pc:sldLayoutMkLst>
            <pc:docMk/>
            <pc:sldMasterMk cId="1329833846" sldId="2147483794"/>
            <pc:sldLayoutMk cId="4167647671" sldId="2147483802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7:04.103" v="31"/>
          <pc:sldLayoutMkLst>
            <pc:docMk/>
            <pc:sldMasterMk cId="1329833846" sldId="2147483794"/>
            <pc:sldLayoutMk cId="1777855494" sldId="2147483803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7:04.103" v="31"/>
          <pc:sldLayoutMkLst>
            <pc:docMk/>
            <pc:sldMasterMk cId="1329833846" sldId="2147483794"/>
            <pc:sldLayoutMk cId="1010317065" sldId="2147483804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7:04.103" v="31"/>
          <pc:sldLayoutMkLst>
            <pc:docMk/>
            <pc:sldMasterMk cId="1329833846" sldId="2147483794"/>
            <pc:sldLayoutMk cId="890423766" sldId="2147483805"/>
          </pc:sldLayoutMkLst>
        </pc:sldLayoutChg>
      </pc:sldMasterChg>
      <pc:sldMasterChg chg="add del addSldLayout delSldLayout modSldLayout">
        <pc:chgData name="Ruhul Amin Sharif" userId="dff23b7321b8062c" providerId="Windows Live" clId="Web-{3A385648-3C0D-4C23-ADAD-DAD71226204A}" dt="2025-11-30T14:07:05.713" v="32"/>
        <pc:sldMasterMkLst>
          <pc:docMk/>
          <pc:sldMasterMk cId="1742272589" sldId="2147483806"/>
        </pc:sldMasterMkLst>
        <pc:sldLayoutChg chg="add del mod replId">
          <pc:chgData name="Ruhul Amin Sharif" userId="dff23b7321b8062c" providerId="Windows Live" clId="Web-{3A385648-3C0D-4C23-ADAD-DAD71226204A}" dt="2025-11-30T14:07:05.713" v="32"/>
          <pc:sldLayoutMkLst>
            <pc:docMk/>
            <pc:sldMasterMk cId="1742272589" sldId="2147483806"/>
            <pc:sldLayoutMk cId="2774497476" sldId="2147483807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7:05.713" v="32"/>
          <pc:sldLayoutMkLst>
            <pc:docMk/>
            <pc:sldMasterMk cId="1742272589" sldId="2147483806"/>
            <pc:sldLayoutMk cId="251707966" sldId="2147483808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7:05.713" v="32"/>
          <pc:sldLayoutMkLst>
            <pc:docMk/>
            <pc:sldMasterMk cId="1742272589" sldId="2147483806"/>
            <pc:sldLayoutMk cId="2791259976" sldId="2147483809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7:05.713" v="32"/>
          <pc:sldLayoutMkLst>
            <pc:docMk/>
            <pc:sldMasterMk cId="1742272589" sldId="2147483806"/>
            <pc:sldLayoutMk cId="1830453235" sldId="2147483810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7:05.713" v="32"/>
          <pc:sldLayoutMkLst>
            <pc:docMk/>
            <pc:sldMasterMk cId="1742272589" sldId="2147483806"/>
            <pc:sldLayoutMk cId="3964358100" sldId="2147483811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7:05.713" v="32"/>
          <pc:sldLayoutMkLst>
            <pc:docMk/>
            <pc:sldMasterMk cId="1742272589" sldId="2147483806"/>
            <pc:sldLayoutMk cId="350957566" sldId="2147483812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7:05.713" v="32"/>
          <pc:sldLayoutMkLst>
            <pc:docMk/>
            <pc:sldMasterMk cId="1742272589" sldId="2147483806"/>
            <pc:sldLayoutMk cId="1507722380" sldId="2147483813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7:05.713" v="32"/>
          <pc:sldLayoutMkLst>
            <pc:docMk/>
            <pc:sldMasterMk cId="1742272589" sldId="2147483806"/>
            <pc:sldLayoutMk cId="3754675031" sldId="2147483814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7:05.713" v="32"/>
          <pc:sldLayoutMkLst>
            <pc:docMk/>
            <pc:sldMasterMk cId="1742272589" sldId="2147483806"/>
            <pc:sldLayoutMk cId="837807787" sldId="2147483815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7:05.713" v="32"/>
          <pc:sldLayoutMkLst>
            <pc:docMk/>
            <pc:sldMasterMk cId="1742272589" sldId="2147483806"/>
            <pc:sldLayoutMk cId="3269824532" sldId="2147483816"/>
          </pc:sldLayoutMkLst>
        </pc:sldLayoutChg>
        <pc:sldLayoutChg chg="add del mod replId">
          <pc:chgData name="Ruhul Amin Sharif" userId="dff23b7321b8062c" providerId="Windows Live" clId="Web-{3A385648-3C0D-4C23-ADAD-DAD71226204A}" dt="2025-11-30T14:07:05.713" v="32"/>
          <pc:sldLayoutMkLst>
            <pc:docMk/>
            <pc:sldMasterMk cId="1742272589" sldId="2147483806"/>
            <pc:sldLayoutMk cId="487591624" sldId="2147483817"/>
          </pc:sldLayoutMkLst>
        </pc:sldLayoutChg>
      </pc:sldMasterChg>
      <pc:sldMasterChg chg="add del mod addSldLayout delSldLayout modSldLayout">
        <pc:chgData name="Ruhul Amin Sharif" userId="dff23b7321b8062c" providerId="Windows Live" clId="Web-{3A385648-3C0D-4C23-ADAD-DAD71226204A}" dt="2025-11-30T16:03:29.655" v="574"/>
        <pc:sldMasterMkLst>
          <pc:docMk/>
          <pc:sldMasterMk cId="159852588" sldId="2147483818"/>
        </pc:sldMasterMkLst>
        <pc:sldLayoutChg chg="add del mod replId">
          <pc:chgData name="Ruhul Amin Sharif" userId="dff23b7321b8062c" providerId="Windows Live" clId="Web-{3A385648-3C0D-4C23-ADAD-DAD71226204A}" dt="2025-11-30T16:03:29.655" v="574"/>
          <pc:sldLayoutMkLst>
            <pc:docMk/>
            <pc:sldMasterMk cId="159852588" sldId="2147483818"/>
            <pc:sldLayoutMk cId="2605767879" sldId="2147483819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3:29.655" v="574"/>
          <pc:sldLayoutMkLst>
            <pc:docMk/>
            <pc:sldMasterMk cId="159852588" sldId="2147483818"/>
            <pc:sldLayoutMk cId="3767234820" sldId="2147483820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3:29.655" v="574"/>
          <pc:sldLayoutMkLst>
            <pc:docMk/>
            <pc:sldMasterMk cId="159852588" sldId="2147483818"/>
            <pc:sldLayoutMk cId="3143676012" sldId="2147483821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3:29.655" v="574"/>
          <pc:sldLayoutMkLst>
            <pc:docMk/>
            <pc:sldMasterMk cId="159852588" sldId="2147483818"/>
            <pc:sldLayoutMk cId="3016642326" sldId="2147483822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3:29.655" v="574"/>
          <pc:sldLayoutMkLst>
            <pc:docMk/>
            <pc:sldMasterMk cId="159852588" sldId="2147483818"/>
            <pc:sldLayoutMk cId="3338037802" sldId="2147483823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3:29.655" v="574"/>
          <pc:sldLayoutMkLst>
            <pc:docMk/>
            <pc:sldMasterMk cId="159852588" sldId="2147483818"/>
            <pc:sldLayoutMk cId="3829806807" sldId="2147483824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3:29.655" v="574"/>
          <pc:sldLayoutMkLst>
            <pc:docMk/>
            <pc:sldMasterMk cId="159852588" sldId="2147483818"/>
            <pc:sldLayoutMk cId="1044214474" sldId="2147483825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3:29.655" v="574"/>
          <pc:sldLayoutMkLst>
            <pc:docMk/>
            <pc:sldMasterMk cId="159852588" sldId="2147483818"/>
            <pc:sldLayoutMk cId="253801576" sldId="2147483826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3:29.655" v="574"/>
          <pc:sldLayoutMkLst>
            <pc:docMk/>
            <pc:sldMasterMk cId="159852588" sldId="2147483818"/>
            <pc:sldLayoutMk cId="1666976973" sldId="2147483827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3:29.655" v="574"/>
          <pc:sldLayoutMkLst>
            <pc:docMk/>
            <pc:sldMasterMk cId="159852588" sldId="2147483818"/>
            <pc:sldLayoutMk cId="2261390896" sldId="2147483828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3:29.655" v="574"/>
          <pc:sldLayoutMkLst>
            <pc:docMk/>
            <pc:sldMasterMk cId="159852588" sldId="2147483818"/>
            <pc:sldLayoutMk cId="4293937553" sldId="2147483829"/>
          </pc:sldLayoutMkLst>
        </pc:sldLayoutChg>
      </pc:sldMasterChg>
      <pc:sldMasterChg chg="add del addSldLayout delSldLayout modSldLayout">
        <pc:chgData name="Ruhul Amin Sharif" userId="dff23b7321b8062c" providerId="Windows Live" clId="Web-{3A385648-3C0D-4C23-ADAD-DAD71226204A}" dt="2025-11-30T16:03:32.811" v="575"/>
        <pc:sldMasterMkLst>
          <pc:docMk/>
          <pc:sldMasterMk cId="3650565819" sldId="2147483830"/>
        </pc:sldMasterMkLst>
        <pc:sldLayoutChg chg="add del mod replId">
          <pc:chgData name="Ruhul Amin Sharif" userId="dff23b7321b8062c" providerId="Windows Live" clId="Web-{3A385648-3C0D-4C23-ADAD-DAD71226204A}" dt="2025-11-30T16:03:32.811" v="575"/>
          <pc:sldLayoutMkLst>
            <pc:docMk/>
            <pc:sldMasterMk cId="3650565819" sldId="2147483830"/>
            <pc:sldLayoutMk cId="2635297503" sldId="2147483831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3:32.811" v="575"/>
          <pc:sldLayoutMkLst>
            <pc:docMk/>
            <pc:sldMasterMk cId="3650565819" sldId="2147483830"/>
            <pc:sldLayoutMk cId="165584328" sldId="2147483832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3:32.811" v="575"/>
          <pc:sldLayoutMkLst>
            <pc:docMk/>
            <pc:sldMasterMk cId="3650565819" sldId="2147483830"/>
            <pc:sldLayoutMk cId="39109290" sldId="2147483833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3:32.811" v="575"/>
          <pc:sldLayoutMkLst>
            <pc:docMk/>
            <pc:sldMasterMk cId="3650565819" sldId="2147483830"/>
            <pc:sldLayoutMk cId="3398391507" sldId="2147483834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3:32.811" v="575"/>
          <pc:sldLayoutMkLst>
            <pc:docMk/>
            <pc:sldMasterMk cId="3650565819" sldId="2147483830"/>
            <pc:sldLayoutMk cId="3791246607" sldId="2147483835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3:32.811" v="575"/>
          <pc:sldLayoutMkLst>
            <pc:docMk/>
            <pc:sldMasterMk cId="3650565819" sldId="2147483830"/>
            <pc:sldLayoutMk cId="2443956708" sldId="2147483836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3:32.811" v="575"/>
          <pc:sldLayoutMkLst>
            <pc:docMk/>
            <pc:sldMasterMk cId="3650565819" sldId="2147483830"/>
            <pc:sldLayoutMk cId="449864041" sldId="2147483837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3:32.811" v="575"/>
          <pc:sldLayoutMkLst>
            <pc:docMk/>
            <pc:sldMasterMk cId="3650565819" sldId="2147483830"/>
            <pc:sldLayoutMk cId="2782779833" sldId="2147483838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3:32.811" v="575"/>
          <pc:sldLayoutMkLst>
            <pc:docMk/>
            <pc:sldMasterMk cId="3650565819" sldId="2147483830"/>
            <pc:sldLayoutMk cId="4187575132" sldId="2147483839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3:32.811" v="575"/>
          <pc:sldLayoutMkLst>
            <pc:docMk/>
            <pc:sldMasterMk cId="3650565819" sldId="2147483830"/>
            <pc:sldLayoutMk cId="1862171253" sldId="2147483840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3:32.811" v="575"/>
          <pc:sldLayoutMkLst>
            <pc:docMk/>
            <pc:sldMasterMk cId="3650565819" sldId="2147483830"/>
            <pc:sldLayoutMk cId="4277076667" sldId="2147483841"/>
          </pc:sldLayoutMkLst>
        </pc:sldLayoutChg>
      </pc:sldMasterChg>
      <pc:sldMasterChg chg="add del addSldLayout delSldLayout modSldLayout">
        <pc:chgData name="Ruhul Amin Sharif" userId="dff23b7321b8062c" providerId="Windows Live" clId="Web-{3A385648-3C0D-4C23-ADAD-DAD71226204A}" dt="2025-11-30T16:07:40.468" v="583"/>
        <pc:sldMasterMkLst>
          <pc:docMk/>
          <pc:sldMasterMk cId="3496499030" sldId="2147483842"/>
        </pc:sldMasterMkLst>
        <pc:sldLayoutChg chg="add del mod replId">
          <pc:chgData name="Ruhul Amin Sharif" userId="dff23b7321b8062c" providerId="Windows Live" clId="Web-{3A385648-3C0D-4C23-ADAD-DAD71226204A}" dt="2025-11-30T16:07:40.468" v="583"/>
          <pc:sldLayoutMkLst>
            <pc:docMk/>
            <pc:sldMasterMk cId="3496499030" sldId="2147483842"/>
            <pc:sldLayoutMk cId="2024540109" sldId="2147483843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40.468" v="583"/>
          <pc:sldLayoutMkLst>
            <pc:docMk/>
            <pc:sldMasterMk cId="3496499030" sldId="2147483842"/>
            <pc:sldLayoutMk cId="1107961271" sldId="2147483844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40.468" v="583"/>
          <pc:sldLayoutMkLst>
            <pc:docMk/>
            <pc:sldMasterMk cId="3496499030" sldId="2147483842"/>
            <pc:sldLayoutMk cId="3283173410" sldId="2147483845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40.468" v="583"/>
          <pc:sldLayoutMkLst>
            <pc:docMk/>
            <pc:sldMasterMk cId="3496499030" sldId="2147483842"/>
            <pc:sldLayoutMk cId="372557714" sldId="2147483846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40.468" v="583"/>
          <pc:sldLayoutMkLst>
            <pc:docMk/>
            <pc:sldMasterMk cId="3496499030" sldId="2147483842"/>
            <pc:sldLayoutMk cId="3382719825" sldId="2147483847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40.468" v="583"/>
          <pc:sldLayoutMkLst>
            <pc:docMk/>
            <pc:sldMasterMk cId="3496499030" sldId="2147483842"/>
            <pc:sldLayoutMk cId="2467572326" sldId="2147483848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40.468" v="583"/>
          <pc:sldLayoutMkLst>
            <pc:docMk/>
            <pc:sldMasterMk cId="3496499030" sldId="2147483842"/>
            <pc:sldLayoutMk cId="4020581020" sldId="2147483849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40.468" v="583"/>
          <pc:sldLayoutMkLst>
            <pc:docMk/>
            <pc:sldMasterMk cId="3496499030" sldId="2147483842"/>
            <pc:sldLayoutMk cId="2942832662" sldId="2147483850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40.468" v="583"/>
          <pc:sldLayoutMkLst>
            <pc:docMk/>
            <pc:sldMasterMk cId="3496499030" sldId="2147483842"/>
            <pc:sldLayoutMk cId="2915140060" sldId="2147483851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40.468" v="583"/>
          <pc:sldLayoutMkLst>
            <pc:docMk/>
            <pc:sldMasterMk cId="3496499030" sldId="2147483842"/>
            <pc:sldLayoutMk cId="3630562114" sldId="2147483852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40.468" v="583"/>
          <pc:sldLayoutMkLst>
            <pc:docMk/>
            <pc:sldMasterMk cId="3496499030" sldId="2147483842"/>
            <pc:sldLayoutMk cId="3738887813" sldId="2147483853"/>
          </pc:sldLayoutMkLst>
        </pc:sldLayoutChg>
      </pc:sldMasterChg>
      <pc:sldMasterChg chg="add del addSldLayout delSldLayout modSldLayout">
        <pc:chgData name="Ruhul Amin Sharif" userId="dff23b7321b8062c" providerId="Windows Live" clId="Web-{3A385648-3C0D-4C23-ADAD-DAD71226204A}" dt="2025-11-30T16:07:40.468" v="583"/>
        <pc:sldMasterMkLst>
          <pc:docMk/>
          <pc:sldMasterMk cId="3225951930" sldId="2147483854"/>
        </pc:sldMasterMkLst>
        <pc:sldLayoutChg chg="add del mod replId">
          <pc:chgData name="Ruhul Amin Sharif" userId="dff23b7321b8062c" providerId="Windows Live" clId="Web-{3A385648-3C0D-4C23-ADAD-DAD71226204A}" dt="2025-11-30T16:07:40.468" v="583"/>
          <pc:sldLayoutMkLst>
            <pc:docMk/>
            <pc:sldMasterMk cId="3225951930" sldId="2147483854"/>
            <pc:sldLayoutMk cId="3550785306" sldId="2147483855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40.468" v="583"/>
          <pc:sldLayoutMkLst>
            <pc:docMk/>
            <pc:sldMasterMk cId="3225951930" sldId="2147483854"/>
            <pc:sldLayoutMk cId="1630910369" sldId="2147483856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40.468" v="583"/>
          <pc:sldLayoutMkLst>
            <pc:docMk/>
            <pc:sldMasterMk cId="3225951930" sldId="2147483854"/>
            <pc:sldLayoutMk cId="3914565615" sldId="2147483857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40.468" v="583"/>
          <pc:sldLayoutMkLst>
            <pc:docMk/>
            <pc:sldMasterMk cId="3225951930" sldId="2147483854"/>
            <pc:sldLayoutMk cId="2503270854" sldId="2147483858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40.468" v="583"/>
          <pc:sldLayoutMkLst>
            <pc:docMk/>
            <pc:sldMasterMk cId="3225951930" sldId="2147483854"/>
            <pc:sldLayoutMk cId="3496572974" sldId="2147483859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40.468" v="583"/>
          <pc:sldLayoutMkLst>
            <pc:docMk/>
            <pc:sldMasterMk cId="3225951930" sldId="2147483854"/>
            <pc:sldLayoutMk cId="778835642" sldId="2147483860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40.468" v="583"/>
          <pc:sldLayoutMkLst>
            <pc:docMk/>
            <pc:sldMasterMk cId="3225951930" sldId="2147483854"/>
            <pc:sldLayoutMk cId="1204002718" sldId="2147483861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40.468" v="583"/>
          <pc:sldLayoutMkLst>
            <pc:docMk/>
            <pc:sldMasterMk cId="3225951930" sldId="2147483854"/>
            <pc:sldLayoutMk cId="1404562303" sldId="2147483862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40.468" v="583"/>
          <pc:sldLayoutMkLst>
            <pc:docMk/>
            <pc:sldMasterMk cId="3225951930" sldId="2147483854"/>
            <pc:sldLayoutMk cId="2704699694" sldId="2147483863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40.468" v="583"/>
          <pc:sldLayoutMkLst>
            <pc:docMk/>
            <pc:sldMasterMk cId="3225951930" sldId="2147483854"/>
            <pc:sldLayoutMk cId="3749307405" sldId="2147483864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40.468" v="583"/>
          <pc:sldLayoutMkLst>
            <pc:docMk/>
            <pc:sldMasterMk cId="3225951930" sldId="2147483854"/>
            <pc:sldLayoutMk cId="1235477830" sldId="2147483865"/>
          </pc:sldLayoutMkLst>
        </pc:sldLayoutChg>
      </pc:sldMasterChg>
      <pc:sldMasterChg chg="add del addSldLayout delSldLayout modSldLayout">
        <pc:chgData name="Ruhul Amin Sharif" userId="dff23b7321b8062c" providerId="Windows Live" clId="Web-{3A385648-3C0D-4C23-ADAD-DAD71226204A}" dt="2025-11-30T16:07:34.687" v="582"/>
        <pc:sldMasterMkLst>
          <pc:docMk/>
          <pc:sldMasterMk cId="37488244" sldId="2147483866"/>
        </pc:sldMasterMkLst>
        <pc:sldLayoutChg chg="add del mod replId">
          <pc:chgData name="Ruhul Amin Sharif" userId="dff23b7321b8062c" providerId="Windows Live" clId="Web-{3A385648-3C0D-4C23-ADAD-DAD71226204A}" dt="2025-11-30T16:07:34.687" v="582"/>
          <pc:sldLayoutMkLst>
            <pc:docMk/>
            <pc:sldMasterMk cId="37488244" sldId="2147483866"/>
            <pc:sldLayoutMk cId="1474646610" sldId="2147483867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34.687" v="582"/>
          <pc:sldLayoutMkLst>
            <pc:docMk/>
            <pc:sldMasterMk cId="37488244" sldId="2147483866"/>
            <pc:sldLayoutMk cId="2562258252" sldId="2147483868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34.687" v="582"/>
          <pc:sldLayoutMkLst>
            <pc:docMk/>
            <pc:sldMasterMk cId="37488244" sldId="2147483866"/>
            <pc:sldLayoutMk cId="963591491" sldId="2147483869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34.687" v="582"/>
          <pc:sldLayoutMkLst>
            <pc:docMk/>
            <pc:sldMasterMk cId="37488244" sldId="2147483866"/>
            <pc:sldLayoutMk cId="4088196878" sldId="2147483870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34.687" v="582"/>
          <pc:sldLayoutMkLst>
            <pc:docMk/>
            <pc:sldMasterMk cId="37488244" sldId="2147483866"/>
            <pc:sldLayoutMk cId="67860494" sldId="2147483871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34.687" v="582"/>
          <pc:sldLayoutMkLst>
            <pc:docMk/>
            <pc:sldMasterMk cId="37488244" sldId="2147483866"/>
            <pc:sldLayoutMk cId="4269915074" sldId="2147483872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34.687" v="582"/>
          <pc:sldLayoutMkLst>
            <pc:docMk/>
            <pc:sldMasterMk cId="37488244" sldId="2147483866"/>
            <pc:sldLayoutMk cId="1658683452" sldId="2147483873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34.687" v="582"/>
          <pc:sldLayoutMkLst>
            <pc:docMk/>
            <pc:sldMasterMk cId="37488244" sldId="2147483866"/>
            <pc:sldLayoutMk cId="1309909588" sldId="2147483874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34.687" v="582"/>
          <pc:sldLayoutMkLst>
            <pc:docMk/>
            <pc:sldMasterMk cId="37488244" sldId="2147483866"/>
            <pc:sldLayoutMk cId="2007062810" sldId="2147483875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34.687" v="582"/>
          <pc:sldLayoutMkLst>
            <pc:docMk/>
            <pc:sldMasterMk cId="37488244" sldId="2147483866"/>
            <pc:sldLayoutMk cId="1997030641" sldId="2147483876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34.687" v="582"/>
          <pc:sldLayoutMkLst>
            <pc:docMk/>
            <pc:sldMasterMk cId="37488244" sldId="2147483866"/>
            <pc:sldLayoutMk cId="2175079130" sldId="2147483877"/>
          </pc:sldLayoutMkLst>
        </pc:sldLayoutChg>
      </pc:sldMasterChg>
      <pc:sldMasterChg chg="add del addSldLayout delSldLayout modSldLayout">
        <pc:chgData name="Ruhul Amin Sharif" userId="dff23b7321b8062c" providerId="Windows Live" clId="Web-{3A385648-3C0D-4C23-ADAD-DAD71226204A}" dt="2025-11-30T16:07:31.702" v="580"/>
        <pc:sldMasterMkLst>
          <pc:docMk/>
          <pc:sldMasterMk cId="74290619" sldId="2147483878"/>
        </pc:sldMasterMkLst>
        <pc:sldLayoutChg chg="add del mod replId">
          <pc:chgData name="Ruhul Amin Sharif" userId="dff23b7321b8062c" providerId="Windows Live" clId="Web-{3A385648-3C0D-4C23-ADAD-DAD71226204A}" dt="2025-11-30T16:07:31.702" v="580"/>
          <pc:sldLayoutMkLst>
            <pc:docMk/>
            <pc:sldMasterMk cId="74290619" sldId="2147483878"/>
            <pc:sldLayoutMk cId="2517969792" sldId="2147483879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31.702" v="580"/>
          <pc:sldLayoutMkLst>
            <pc:docMk/>
            <pc:sldMasterMk cId="74290619" sldId="2147483878"/>
            <pc:sldLayoutMk cId="2516368189" sldId="2147483880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31.702" v="580"/>
          <pc:sldLayoutMkLst>
            <pc:docMk/>
            <pc:sldMasterMk cId="74290619" sldId="2147483878"/>
            <pc:sldLayoutMk cId="516141529" sldId="2147483881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31.702" v="580"/>
          <pc:sldLayoutMkLst>
            <pc:docMk/>
            <pc:sldMasterMk cId="74290619" sldId="2147483878"/>
            <pc:sldLayoutMk cId="2671380576" sldId="2147483882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31.702" v="580"/>
          <pc:sldLayoutMkLst>
            <pc:docMk/>
            <pc:sldMasterMk cId="74290619" sldId="2147483878"/>
            <pc:sldLayoutMk cId="3426782608" sldId="2147483883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31.702" v="580"/>
          <pc:sldLayoutMkLst>
            <pc:docMk/>
            <pc:sldMasterMk cId="74290619" sldId="2147483878"/>
            <pc:sldLayoutMk cId="2254245271" sldId="2147483884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31.702" v="580"/>
          <pc:sldLayoutMkLst>
            <pc:docMk/>
            <pc:sldMasterMk cId="74290619" sldId="2147483878"/>
            <pc:sldLayoutMk cId="4211380536" sldId="2147483885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31.702" v="580"/>
          <pc:sldLayoutMkLst>
            <pc:docMk/>
            <pc:sldMasterMk cId="74290619" sldId="2147483878"/>
            <pc:sldLayoutMk cId="3553145379" sldId="2147483886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31.702" v="580"/>
          <pc:sldLayoutMkLst>
            <pc:docMk/>
            <pc:sldMasterMk cId="74290619" sldId="2147483878"/>
            <pc:sldLayoutMk cId="124038951" sldId="2147483887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31.702" v="580"/>
          <pc:sldLayoutMkLst>
            <pc:docMk/>
            <pc:sldMasterMk cId="74290619" sldId="2147483878"/>
            <pc:sldLayoutMk cId="146892807" sldId="2147483888"/>
          </pc:sldLayoutMkLst>
        </pc:sldLayoutChg>
        <pc:sldLayoutChg chg="add del mod replId">
          <pc:chgData name="Ruhul Amin Sharif" userId="dff23b7321b8062c" providerId="Windows Live" clId="Web-{3A385648-3C0D-4C23-ADAD-DAD71226204A}" dt="2025-11-30T16:07:31.702" v="580"/>
          <pc:sldLayoutMkLst>
            <pc:docMk/>
            <pc:sldMasterMk cId="74290619" sldId="2147483878"/>
            <pc:sldLayoutMk cId="892431596" sldId="2147483889"/>
          </pc:sldLayoutMkLst>
        </pc:sldLayoutChg>
      </pc:sldMasterChg>
    </pc:docChg>
  </pc:docChgLst>
  <pc:docChgLst>
    <pc:chgData name="Ruhul Amin Sharif" userId="dff23b7321b8062c" providerId="Windows Live" clId="Web-{6B2286D7-D6B4-6C6F-C176-D510379DB58B}"/>
    <pc:docChg chg="addSld delSld modSld sldOrd">
      <pc:chgData name="Ruhul Amin Sharif" userId="dff23b7321b8062c" providerId="Windows Live" clId="Web-{6B2286D7-D6B4-6C6F-C176-D510379DB58B}" dt="2025-12-01T13:09:48.672" v="600"/>
      <pc:docMkLst>
        <pc:docMk/>
      </pc:docMkLst>
      <pc:sldChg chg="del">
        <pc:chgData name="Ruhul Amin Sharif" userId="dff23b7321b8062c" providerId="Windows Live" clId="Web-{6B2286D7-D6B4-6C6F-C176-D510379DB58B}" dt="2025-12-01T12:47:49.504" v="354"/>
        <pc:sldMkLst>
          <pc:docMk/>
          <pc:sldMk cId="153911517" sldId="256"/>
        </pc:sldMkLst>
      </pc:sldChg>
      <pc:sldChg chg="del">
        <pc:chgData name="Ruhul Amin Sharif" userId="dff23b7321b8062c" providerId="Windows Live" clId="Web-{6B2286D7-D6B4-6C6F-C176-D510379DB58B}" dt="2025-12-01T12:47:50.488" v="355"/>
        <pc:sldMkLst>
          <pc:docMk/>
          <pc:sldMk cId="1459171254" sldId="257"/>
        </pc:sldMkLst>
      </pc:sldChg>
      <pc:sldChg chg="del">
        <pc:chgData name="Ruhul Amin Sharif" userId="dff23b7321b8062c" providerId="Windows Live" clId="Web-{6B2286D7-D6B4-6C6F-C176-D510379DB58B}" dt="2025-12-01T12:47:52.348" v="356"/>
        <pc:sldMkLst>
          <pc:docMk/>
          <pc:sldMk cId="2230032793" sldId="260"/>
        </pc:sldMkLst>
      </pc:sldChg>
      <pc:sldChg chg="del">
        <pc:chgData name="Ruhul Amin Sharif" userId="dff23b7321b8062c" providerId="Windows Live" clId="Web-{6B2286D7-D6B4-6C6F-C176-D510379DB58B}" dt="2025-12-01T12:47:46.848" v="353"/>
        <pc:sldMkLst>
          <pc:docMk/>
          <pc:sldMk cId="3247813156" sldId="261"/>
        </pc:sldMkLst>
      </pc:sldChg>
      <pc:sldChg chg="del">
        <pc:chgData name="Ruhul Amin Sharif" userId="dff23b7321b8062c" providerId="Windows Live" clId="Web-{6B2286D7-D6B4-6C6F-C176-D510379DB58B}" dt="2025-12-01T12:47:54.176" v="357"/>
        <pc:sldMkLst>
          <pc:docMk/>
          <pc:sldMk cId="3520344684" sldId="262"/>
        </pc:sldMkLst>
      </pc:sldChg>
      <pc:sldChg chg="del">
        <pc:chgData name="Ruhul Amin Sharif" userId="dff23b7321b8062c" providerId="Windows Live" clId="Web-{6B2286D7-D6B4-6C6F-C176-D510379DB58B}" dt="2025-12-01T13:07:41.540" v="587"/>
        <pc:sldMkLst>
          <pc:docMk/>
          <pc:sldMk cId="786099961" sldId="268"/>
        </pc:sldMkLst>
      </pc:sldChg>
      <pc:sldChg chg="modSp">
        <pc:chgData name="Ruhul Amin Sharif" userId="dff23b7321b8062c" providerId="Windows Live" clId="Web-{6B2286D7-D6B4-6C6F-C176-D510379DB58B}" dt="2025-12-01T11:15:42.059" v="18" actId="1076"/>
        <pc:sldMkLst>
          <pc:docMk/>
          <pc:sldMk cId="3995776900" sldId="280"/>
        </pc:sldMkLst>
        <pc:spChg chg="mod">
          <ac:chgData name="Ruhul Amin Sharif" userId="dff23b7321b8062c" providerId="Windows Live" clId="Web-{6B2286D7-D6B4-6C6F-C176-D510379DB58B}" dt="2025-12-01T11:14:26.398" v="16" actId="1076"/>
          <ac:spMkLst>
            <pc:docMk/>
            <pc:sldMk cId="3995776900" sldId="280"/>
            <ac:spMk id="16" creationId="{E5BFCD4B-EF68-EB78-1EBF-87A1EB903C81}"/>
          </ac:spMkLst>
        </pc:spChg>
        <pc:spChg chg="mod">
          <ac:chgData name="Ruhul Amin Sharif" userId="dff23b7321b8062c" providerId="Windows Live" clId="Web-{6B2286D7-D6B4-6C6F-C176-D510379DB58B}" dt="2025-12-01T11:14:36.570" v="17" actId="1076"/>
          <ac:spMkLst>
            <pc:docMk/>
            <pc:sldMk cId="3995776900" sldId="280"/>
            <ac:spMk id="17" creationId="{C3A84ECE-3FB4-76B7-8B1C-2D19B1066701}"/>
          </ac:spMkLst>
        </pc:spChg>
        <pc:picChg chg="mod">
          <ac:chgData name="Ruhul Amin Sharif" userId="dff23b7321b8062c" providerId="Windows Live" clId="Web-{6B2286D7-D6B4-6C6F-C176-D510379DB58B}" dt="2025-12-01T11:15:42.059" v="18" actId="1076"/>
          <ac:picMkLst>
            <pc:docMk/>
            <pc:sldMk cId="3995776900" sldId="280"/>
            <ac:picMk id="49" creationId="{6D6747E2-EEC1-ECE3-08DD-F6DDF08B6370}"/>
          </ac:picMkLst>
        </pc:picChg>
      </pc:sldChg>
      <pc:sldChg chg="addSp delSp modSp add ord replId">
        <pc:chgData name="Ruhul Amin Sharif" userId="dff23b7321b8062c" providerId="Windows Live" clId="Web-{6B2286D7-D6B4-6C6F-C176-D510379DB58B}" dt="2025-12-01T12:41:20.357" v="301" actId="20577"/>
        <pc:sldMkLst>
          <pc:docMk/>
          <pc:sldMk cId="222886140" sldId="282"/>
        </pc:sldMkLst>
        <pc:spChg chg="mod">
          <ac:chgData name="Ruhul Amin Sharif" userId="dff23b7321b8062c" providerId="Windows Live" clId="Web-{6B2286D7-D6B4-6C6F-C176-D510379DB58B}" dt="2025-12-01T12:27:04.713" v="152" actId="20577"/>
          <ac:spMkLst>
            <pc:docMk/>
            <pc:sldMk cId="222886140" sldId="282"/>
            <ac:spMk id="5" creationId="{633691BF-7BF5-A26F-53FA-4BC6A1BF6A37}"/>
          </ac:spMkLst>
        </pc:spChg>
        <pc:spChg chg="mod">
          <ac:chgData name="Ruhul Amin Sharif" userId="dff23b7321b8062c" providerId="Windows Live" clId="Web-{6B2286D7-D6B4-6C6F-C176-D510379DB58B}" dt="2025-12-01T12:24:54.680" v="72" actId="20577"/>
          <ac:spMkLst>
            <pc:docMk/>
            <pc:sldMk cId="222886140" sldId="282"/>
            <ac:spMk id="7" creationId="{982FCAA6-30ED-BFDF-E0BF-110F137DDE69}"/>
          </ac:spMkLst>
        </pc:spChg>
        <pc:spChg chg="mod">
          <ac:chgData name="Ruhul Amin Sharif" userId="dff23b7321b8062c" providerId="Windows Live" clId="Web-{6B2286D7-D6B4-6C6F-C176-D510379DB58B}" dt="2025-12-01T11:17:01.031" v="51" actId="20577"/>
          <ac:spMkLst>
            <pc:docMk/>
            <pc:sldMk cId="222886140" sldId="282"/>
            <ac:spMk id="8" creationId="{9A792F0C-E108-5B97-041D-1662C360922B}"/>
          </ac:spMkLst>
        </pc:spChg>
        <pc:spChg chg="mod">
          <ac:chgData name="Ruhul Amin Sharif" userId="dff23b7321b8062c" providerId="Windows Live" clId="Web-{6B2286D7-D6B4-6C6F-C176-D510379DB58B}" dt="2025-12-01T12:30:54.825" v="213" actId="20577"/>
          <ac:spMkLst>
            <pc:docMk/>
            <pc:sldMk cId="222886140" sldId="282"/>
            <ac:spMk id="10" creationId="{3FBECDF9-4480-208B-918A-B6E7511CF187}"/>
          </ac:spMkLst>
        </pc:spChg>
        <pc:spChg chg="mod">
          <ac:chgData name="Ruhul Amin Sharif" userId="dff23b7321b8062c" providerId="Windows Live" clId="Web-{6B2286D7-D6B4-6C6F-C176-D510379DB58B}" dt="2025-12-01T12:28:46.949" v="202" actId="20577"/>
          <ac:spMkLst>
            <pc:docMk/>
            <pc:sldMk cId="222886140" sldId="282"/>
            <ac:spMk id="16" creationId="{F73B0EF7-656D-8041-6A14-F5916691405A}"/>
          </ac:spMkLst>
        </pc:spChg>
        <pc:spChg chg="mod">
          <ac:chgData name="Ruhul Amin Sharif" userId="dff23b7321b8062c" providerId="Windows Live" clId="Web-{6B2286D7-D6B4-6C6F-C176-D510379DB58B}" dt="2025-12-01T12:39:54.512" v="237" actId="20577"/>
          <ac:spMkLst>
            <pc:docMk/>
            <pc:sldMk cId="222886140" sldId="282"/>
            <ac:spMk id="21" creationId="{2216BC31-AE2A-D46F-D97C-D796A6012A13}"/>
          </ac:spMkLst>
        </pc:spChg>
        <pc:spChg chg="mod">
          <ac:chgData name="Ruhul Amin Sharif" userId="dff23b7321b8062c" providerId="Windows Live" clId="Web-{6B2286D7-D6B4-6C6F-C176-D510379DB58B}" dt="2025-12-01T12:25:35.196" v="99" actId="20577"/>
          <ac:spMkLst>
            <pc:docMk/>
            <pc:sldMk cId="222886140" sldId="282"/>
            <ac:spMk id="22" creationId="{9D283E61-FD3F-F4D6-8966-0DAF65DF4D5B}"/>
          </ac:spMkLst>
        </pc:spChg>
        <pc:spChg chg="mod">
          <ac:chgData name="Ruhul Amin Sharif" userId="dff23b7321b8062c" providerId="Windows Live" clId="Web-{6B2286D7-D6B4-6C6F-C176-D510379DB58B}" dt="2025-12-01T12:39:25.855" v="222" actId="20577"/>
          <ac:spMkLst>
            <pc:docMk/>
            <pc:sldMk cId="222886140" sldId="282"/>
            <ac:spMk id="25" creationId="{6A5E6164-90CC-7EBD-19DD-56FC3EE8FBC9}"/>
          </ac:spMkLst>
        </pc:spChg>
        <pc:spChg chg="mod">
          <ac:chgData name="Ruhul Amin Sharif" userId="dff23b7321b8062c" providerId="Windows Live" clId="Web-{6B2286D7-D6B4-6C6F-C176-D510379DB58B}" dt="2025-12-01T12:40:07.746" v="255" actId="20577"/>
          <ac:spMkLst>
            <pc:docMk/>
            <pc:sldMk cId="222886140" sldId="282"/>
            <ac:spMk id="28" creationId="{1E0A62F4-0E95-C63B-844A-DFBA0E7E0F3E}"/>
          </ac:spMkLst>
        </pc:spChg>
        <pc:spChg chg="mod">
          <ac:chgData name="Ruhul Amin Sharif" userId="dff23b7321b8062c" providerId="Windows Live" clId="Web-{6B2286D7-D6B4-6C6F-C176-D510379DB58B}" dt="2025-12-01T12:41:20.357" v="301" actId="20577"/>
          <ac:spMkLst>
            <pc:docMk/>
            <pc:sldMk cId="222886140" sldId="282"/>
            <ac:spMk id="31" creationId="{7BF4A21B-1D9D-743D-B930-B79022402467}"/>
          </ac:spMkLst>
        </pc:spChg>
        <pc:spChg chg="mod">
          <ac:chgData name="Ruhul Amin Sharif" userId="dff23b7321b8062c" providerId="Windows Live" clId="Web-{6B2286D7-D6B4-6C6F-C176-D510379DB58B}" dt="2025-12-01T12:26:39.088" v="119" actId="20577"/>
          <ac:spMkLst>
            <pc:docMk/>
            <pc:sldMk cId="222886140" sldId="282"/>
            <ac:spMk id="35" creationId="{65840922-359B-4076-B149-186E32F27954}"/>
          </ac:spMkLst>
        </pc:spChg>
        <pc:spChg chg="del mod">
          <ac:chgData name="Ruhul Amin Sharif" userId="dff23b7321b8062c" providerId="Windows Live" clId="Web-{6B2286D7-D6B4-6C6F-C176-D510379DB58B}" dt="2025-12-01T12:28:50.465" v="205"/>
          <ac:spMkLst>
            <pc:docMk/>
            <pc:sldMk cId="222886140" sldId="282"/>
            <ac:spMk id="47" creationId="{1ADE4755-20BF-20F6-CCB3-3D2B92BAFC52}"/>
          </ac:spMkLst>
        </pc:spChg>
        <pc:spChg chg="del mod">
          <ac:chgData name="Ruhul Amin Sharif" userId="dff23b7321b8062c" providerId="Windows Live" clId="Web-{6B2286D7-D6B4-6C6F-C176-D510379DB58B}" dt="2025-12-01T12:28:50.465" v="204"/>
          <ac:spMkLst>
            <pc:docMk/>
            <pc:sldMk cId="222886140" sldId="282"/>
            <ac:spMk id="48" creationId="{14BF2CC5-98F7-4EF1-D104-3BDCAAF76022}"/>
          </ac:spMkLst>
        </pc:spChg>
        <pc:spChg chg="del mod">
          <ac:chgData name="Ruhul Amin Sharif" userId="dff23b7321b8062c" providerId="Windows Live" clId="Web-{6B2286D7-D6B4-6C6F-C176-D510379DB58B}" dt="2025-12-01T12:28:50.465" v="203"/>
          <ac:spMkLst>
            <pc:docMk/>
            <pc:sldMk cId="222886140" sldId="282"/>
            <ac:spMk id="51" creationId="{4400B767-7475-6C46-DFA9-B7155434931A}"/>
          </ac:spMkLst>
        </pc:spChg>
        <pc:spChg chg="mod">
          <ac:chgData name="Ruhul Amin Sharif" userId="dff23b7321b8062c" providerId="Windows Live" clId="Web-{6B2286D7-D6B4-6C6F-C176-D510379DB58B}" dt="2025-12-01T12:26:58.010" v="151" actId="20577"/>
          <ac:spMkLst>
            <pc:docMk/>
            <pc:sldMk cId="222886140" sldId="282"/>
            <ac:spMk id="71" creationId="{92EC0852-6BDD-AE58-124A-4DD9A91974C7}"/>
          </ac:spMkLst>
        </pc:spChg>
        <pc:grpChg chg="del">
          <ac:chgData name="Ruhul Amin Sharif" userId="dff23b7321b8062c" providerId="Windows Live" clId="Web-{6B2286D7-D6B4-6C6F-C176-D510379DB58B}" dt="2025-12-01T12:27:09.026" v="153"/>
          <ac:grpSpMkLst>
            <pc:docMk/>
            <pc:sldMk cId="222886140" sldId="282"/>
            <ac:grpSpMk id="2" creationId="{32C17D4E-95C4-A399-B5A7-8140350CC779}"/>
          </ac:grpSpMkLst>
        </pc:grpChg>
        <pc:grpChg chg="mod">
          <ac:chgData name="Ruhul Amin Sharif" userId="dff23b7321b8062c" providerId="Windows Live" clId="Web-{6B2286D7-D6B4-6C6F-C176-D510379DB58B}" dt="2025-12-01T12:27:45.901" v="154" actId="1076"/>
          <ac:grpSpMkLst>
            <pc:docMk/>
            <pc:sldMk cId="222886140" sldId="282"/>
            <ac:grpSpMk id="6" creationId="{00DF2C9E-4B6D-9009-9B2E-A610E5642DB1}"/>
          </ac:grpSpMkLst>
        </pc:grpChg>
        <pc:grpChg chg="mod">
          <ac:chgData name="Ruhul Amin Sharif" userId="dff23b7321b8062c" providerId="Windows Live" clId="Web-{6B2286D7-D6B4-6C6F-C176-D510379DB58B}" dt="2025-12-01T12:27:45.917" v="155" actId="1076"/>
          <ac:grpSpMkLst>
            <pc:docMk/>
            <pc:sldMk cId="222886140" sldId="282"/>
            <ac:grpSpMk id="13" creationId="{99D1DDF2-C958-063E-D2F8-29B415F8392A}"/>
          </ac:grpSpMkLst>
        </pc:grpChg>
        <pc:grpChg chg="del mod">
          <ac:chgData name="Ruhul Amin Sharif" userId="dff23b7321b8062c" providerId="Windows Live" clId="Web-{6B2286D7-D6B4-6C6F-C176-D510379DB58B}" dt="2025-12-01T12:28:50.465" v="208"/>
          <ac:grpSpMkLst>
            <pc:docMk/>
            <pc:sldMk cId="222886140" sldId="282"/>
            <ac:grpSpMk id="17" creationId="{5AB01306-A97B-BFDC-C4E9-9A7F9EEEBEFB}"/>
          </ac:grpSpMkLst>
        </pc:grpChg>
        <pc:grpChg chg="add mod">
          <ac:chgData name="Ruhul Amin Sharif" userId="dff23b7321b8062c" providerId="Windows Live" clId="Web-{6B2286D7-D6B4-6C6F-C176-D510379DB58B}" dt="2025-12-01T12:39:16.526" v="217" actId="1076"/>
          <ac:grpSpMkLst>
            <pc:docMk/>
            <pc:sldMk cId="222886140" sldId="282"/>
            <ac:grpSpMk id="20" creationId="{7982E649-E51F-4CB8-793B-FBA57749FD67}"/>
          </ac:grpSpMkLst>
        </pc:grpChg>
        <pc:grpChg chg="add mod">
          <ac:chgData name="Ruhul Amin Sharif" userId="dff23b7321b8062c" providerId="Windows Live" clId="Web-{6B2286D7-D6B4-6C6F-C176-D510379DB58B}" dt="2025-12-01T12:40:12.106" v="257" actId="1076"/>
          <ac:grpSpMkLst>
            <pc:docMk/>
            <pc:sldMk cId="222886140" sldId="282"/>
            <ac:grpSpMk id="26" creationId="{934C7784-D176-A416-C079-1DCB1C5E78E7}"/>
          </ac:grpSpMkLst>
        </pc:grpChg>
        <pc:grpChg chg="add mod">
          <ac:chgData name="Ruhul Amin Sharif" userId="dff23b7321b8062c" providerId="Windows Live" clId="Web-{6B2286D7-D6B4-6C6F-C176-D510379DB58B}" dt="2025-12-01T12:40:32.606" v="259" actId="1076"/>
          <ac:grpSpMkLst>
            <pc:docMk/>
            <pc:sldMk cId="222886140" sldId="282"/>
            <ac:grpSpMk id="29" creationId="{42C104F1-0696-1577-B81A-FEE1E593DA71}"/>
          </ac:grpSpMkLst>
        </pc:grpChg>
        <pc:grpChg chg="del mod">
          <ac:chgData name="Ruhul Amin Sharif" userId="dff23b7321b8062c" providerId="Windows Live" clId="Web-{6B2286D7-D6B4-6C6F-C176-D510379DB58B}" dt="2025-12-01T12:28:50.465" v="207"/>
          <ac:grpSpMkLst>
            <pc:docMk/>
            <pc:sldMk cId="222886140" sldId="282"/>
            <ac:grpSpMk id="33" creationId="{4984FBC6-7CEF-D9D7-EF07-F527BD658B6D}"/>
          </ac:grpSpMkLst>
        </pc:grpChg>
        <pc:grpChg chg="del mod">
          <ac:chgData name="Ruhul Amin Sharif" userId="dff23b7321b8062c" providerId="Windows Live" clId="Web-{6B2286D7-D6B4-6C6F-C176-D510379DB58B}" dt="2025-12-01T12:28:50.465" v="206"/>
          <ac:grpSpMkLst>
            <pc:docMk/>
            <pc:sldMk cId="222886140" sldId="282"/>
            <ac:grpSpMk id="39" creationId="{4FAB098F-30E9-A9C9-3CF3-AE17E180EB81}"/>
          </ac:grpSpMkLst>
        </pc:grpChg>
      </pc:sldChg>
      <pc:sldChg chg="addSp delSp modSp add replId">
        <pc:chgData name="Ruhul Amin Sharif" userId="dff23b7321b8062c" providerId="Windows Live" clId="Web-{6B2286D7-D6B4-6C6F-C176-D510379DB58B}" dt="2025-12-01T13:09:48.672" v="600"/>
        <pc:sldMkLst>
          <pc:docMk/>
          <pc:sldMk cId="3245714145" sldId="283"/>
        </pc:sldMkLst>
        <pc:spChg chg="del">
          <ac:chgData name="Ruhul Amin Sharif" userId="dff23b7321b8062c" providerId="Windows Live" clId="Web-{6B2286D7-D6B4-6C6F-C176-D510379DB58B}" dt="2025-12-01T12:45:58.268" v="344"/>
          <ac:spMkLst>
            <pc:docMk/>
            <pc:sldMk cId="3245714145" sldId="283"/>
            <ac:spMk id="4" creationId="{59AD8EAD-5532-0642-B118-9F88EEC21EEE}"/>
          </ac:spMkLst>
        </pc:spChg>
        <pc:spChg chg="del">
          <ac:chgData name="Ruhul Amin Sharif" userId="dff23b7321b8062c" providerId="Windows Live" clId="Web-{6B2286D7-D6B4-6C6F-C176-D510379DB58B}" dt="2025-12-01T12:45:58.268" v="343"/>
          <ac:spMkLst>
            <pc:docMk/>
            <pc:sldMk cId="3245714145" sldId="283"/>
            <ac:spMk id="5" creationId="{37467B0F-8F27-4EF1-6FD3-13620B15CCDA}"/>
          </ac:spMkLst>
        </pc:spChg>
        <pc:spChg chg="mod">
          <ac:chgData name="Ruhul Amin Sharif" userId="dff23b7321b8062c" providerId="Windows Live" clId="Web-{6B2286D7-D6B4-6C6F-C176-D510379DB58B}" dt="2025-12-01T12:44:45.783" v="303" actId="20577"/>
          <ac:spMkLst>
            <pc:docMk/>
            <pc:sldMk cId="3245714145" sldId="283"/>
            <ac:spMk id="8" creationId="{AFDA06F1-5B59-C1D2-D415-23A67420B238}"/>
          </ac:spMkLst>
        </pc:spChg>
        <pc:spChg chg="del">
          <ac:chgData name="Ruhul Amin Sharif" userId="dff23b7321b8062c" providerId="Windows Live" clId="Web-{6B2286D7-D6B4-6C6F-C176-D510379DB58B}" dt="2025-12-01T12:45:51.002" v="341"/>
          <ac:spMkLst>
            <pc:docMk/>
            <pc:sldMk cId="3245714145" sldId="283"/>
            <ac:spMk id="16" creationId="{FB6152B5-1EB9-E779-A1FE-E9084C314341}"/>
          </ac:spMkLst>
        </pc:spChg>
        <pc:spChg chg="del">
          <ac:chgData name="Ruhul Amin Sharif" userId="dff23b7321b8062c" providerId="Windows Live" clId="Web-{6B2286D7-D6B4-6C6F-C176-D510379DB58B}" dt="2025-12-01T12:45:58.268" v="342"/>
          <ac:spMkLst>
            <pc:docMk/>
            <pc:sldMk cId="3245714145" sldId="283"/>
            <ac:spMk id="17" creationId="{7AE230FF-0867-E4A1-8055-FE4859FD870C}"/>
          </ac:spMkLst>
        </pc:spChg>
        <pc:spChg chg="add mod">
          <ac:chgData name="Ruhul Amin Sharif" userId="dff23b7321b8062c" providerId="Windows Live" clId="Web-{6B2286D7-D6B4-6C6F-C176-D510379DB58B}" dt="2025-12-01T12:56:48.612" v="487" actId="1076"/>
          <ac:spMkLst>
            <pc:docMk/>
            <pc:sldMk cId="3245714145" sldId="283"/>
            <ac:spMk id="20" creationId="{720CF83F-95D6-6B83-58F3-CDC82C476129}"/>
          </ac:spMkLst>
        </pc:spChg>
        <pc:spChg chg="mod">
          <ac:chgData name="Ruhul Amin Sharif" userId="dff23b7321b8062c" providerId="Windows Live" clId="Web-{6B2286D7-D6B4-6C6F-C176-D510379DB58B}" dt="2025-12-01T12:47:27.363" v="352" actId="20577"/>
          <ac:spMkLst>
            <pc:docMk/>
            <pc:sldMk cId="3245714145" sldId="283"/>
            <ac:spMk id="22" creationId="{051D006F-A8FF-3409-59D4-4ACE656F6174}"/>
          </ac:spMkLst>
        </pc:spChg>
        <pc:spChg chg="add mod">
          <ac:chgData name="Ruhul Amin Sharif" userId="dff23b7321b8062c" providerId="Windows Live" clId="Web-{6B2286D7-D6B4-6C6F-C176-D510379DB58B}" dt="2025-12-01T12:49:35.903" v="374" actId="20577"/>
          <ac:spMkLst>
            <pc:docMk/>
            <pc:sldMk cId="3245714145" sldId="283"/>
            <ac:spMk id="25" creationId="{CD91247F-B588-D8F5-930C-50238704E8E9}"/>
          </ac:spMkLst>
        </pc:spChg>
        <pc:spChg chg="add del mod">
          <ac:chgData name="Ruhul Amin Sharif" userId="dff23b7321b8062c" providerId="Windows Live" clId="Web-{6B2286D7-D6B4-6C6F-C176-D510379DB58B}" dt="2025-12-01T12:51:16.739" v="379"/>
          <ac:spMkLst>
            <pc:docMk/>
            <pc:sldMk cId="3245714145" sldId="283"/>
            <ac:spMk id="26" creationId="{5C378E43-7297-9B97-5E6F-549EFE5A1051}"/>
          </ac:spMkLst>
        </pc:spChg>
        <pc:spChg chg="add del mod">
          <ac:chgData name="Ruhul Amin Sharif" userId="dff23b7321b8062c" providerId="Windows Live" clId="Web-{6B2286D7-D6B4-6C6F-C176-D510379DB58B}" dt="2025-12-01T12:52:57.994" v="399"/>
          <ac:spMkLst>
            <pc:docMk/>
            <pc:sldMk cId="3245714145" sldId="283"/>
            <ac:spMk id="27" creationId="{9F853175-EF70-DC43-A2FF-9AF57465D425}"/>
          </ac:spMkLst>
        </pc:spChg>
        <pc:spChg chg="add mod">
          <ac:chgData name="Ruhul Amin Sharif" userId="dff23b7321b8062c" providerId="Windows Live" clId="Web-{6B2286D7-D6B4-6C6F-C176-D510379DB58B}" dt="2025-12-01T12:55:32.672" v="478" actId="1076"/>
          <ac:spMkLst>
            <pc:docMk/>
            <pc:sldMk cId="3245714145" sldId="283"/>
            <ac:spMk id="29" creationId="{FBF59065-FDD7-B1DE-DECD-EC5D19A0E2A0}"/>
          </ac:spMkLst>
        </pc:spChg>
        <pc:spChg chg="add mod">
          <ac:chgData name="Ruhul Amin Sharif" userId="dff23b7321b8062c" providerId="Windows Live" clId="Web-{6B2286D7-D6B4-6C6F-C176-D510379DB58B}" dt="2025-12-01T13:05:04.823" v="586" actId="20577"/>
          <ac:spMkLst>
            <pc:docMk/>
            <pc:sldMk cId="3245714145" sldId="283"/>
            <ac:spMk id="30" creationId="{71765F18-8522-22FC-9B48-C44C77428995}"/>
          </ac:spMkLst>
        </pc:spChg>
        <pc:spChg chg="add mod">
          <ac:chgData name="Ruhul Amin Sharif" userId="dff23b7321b8062c" providerId="Windows Live" clId="Web-{6B2286D7-D6B4-6C6F-C176-D510379DB58B}" dt="2025-12-01T12:57:34.847" v="545" actId="1076"/>
          <ac:spMkLst>
            <pc:docMk/>
            <pc:sldMk cId="3245714145" sldId="283"/>
            <ac:spMk id="31" creationId="{C1091B07-668C-A833-D660-BC3A5EA0CE59}"/>
          </ac:spMkLst>
        </pc:spChg>
        <pc:spChg chg="add del mod">
          <ac:chgData name="Ruhul Amin Sharif" userId="dff23b7321b8062c" providerId="Windows Live" clId="Web-{6B2286D7-D6B4-6C6F-C176-D510379DB58B}" dt="2025-12-01T13:09:48.672" v="600"/>
          <ac:spMkLst>
            <pc:docMk/>
            <pc:sldMk cId="3245714145" sldId="283"/>
            <ac:spMk id="33" creationId="{8995EC8B-5204-C6C6-828C-7D74A3388C63}"/>
          </ac:spMkLst>
        </pc:spChg>
        <pc:spChg chg="mod">
          <ac:chgData name="Ruhul Amin Sharif" userId="dff23b7321b8062c" providerId="Windows Live" clId="Web-{6B2286D7-D6B4-6C6F-C176-D510379DB58B}" dt="2025-12-01T12:45:43.737" v="340" actId="20577"/>
          <ac:spMkLst>
            <pc:docMk/>
            <pc:sldMk cId="3245714145" sldId="283"/>
            <ac:spMk id="35" creationId="{94D87619-99DD-4B78-2B74-BBEFD7A6455E}"/>
          </ac:spMkLst>
        </pc:spChg>
        <pc:grpChg chg="add del mod">
          <ac:chgData name="Ruhul Amin Sharif" userId="dff23b7321b8062c" providerId="Windows Live" clId="Web-{6B2286D7-D6B4-6C6F-C176-D510379DB58B}" dt="2025-12-01T12:49:38.279" v="375"/>
          <ac:grpSpMkLst>
            <pc:docMk/>
            <pc:sldMk cId="3245714145" sldId="283"/>
            <ac:grpSpMk id="6" creationId="{B78A9D60-6D03-C306-1D88-10EDA962E7AC}"/>
          </ac:grpSpMkLst>
        </pc:grpChg>
        <pc:grpChg chg="del">
          <ac:chgData name="Ruhul Amin Sharif" userId="dff23b7321b8062c" providerId="Windows Live" clId="Web-{6B2286D7-D6B4-6C6F-C176-D510379DB58B}" dt="2025-12-01T12:46:04.846" v="346"/>
          <ac:grpSpMkLst>
            <pc:docMk/>
            <pc:sldMk cId="3245714145" sldId="283"/>
            <ac:grpSpMk id="11" creationId="{2E3FBCBE-88A6-06E2-BA10-9AC4773F6D34}"/>
          </ac:grpSpMkLst>
        </pc:grpChg>
        <pc:grpChg chg="mod">
          <ac:chgData name="Ruhul Amin Sharif" userId="dff23b7321b8062c" providerId="Windows Live" clId="Web-{6B2286D7-D6B4-6C6F-C176-D510379DB58B}" dt="2025-12-01T12:57:05.472" v="493" actId="1076"/>
          <ac:grpSpMkLst>
            <pc:docMk/>
            <pc:sldMk cId="3245714145" sldId="283"/>
            <ac:grpSpMk id="36" creationId="{F362148A-5956-ACD1-370E-7A7B7A93EECC}"/>
          </ac:grpSpMkLst>
        </pc:grpChg>
        <pc:picChg chg="del">
          <ac:chgData name="Ruhul Amin Sharif" userId="dff23b7321b8062c" providerId="Windows Live" clId="Web-{6B2286D7-D6B4-6C6F-C176-D510379DB58B}" dt="2025-12-01T12:46:01.253" v="345"/>
          <ac:picMkLst>
            <pc:docMk/>
            <pc:sldMk cId="3245714145" sldId="283"/>
            <ac:picMk id="2" creationId="{8E794BF9-2E50-019A-FAFC-3561833D9016}"/>
          </ac:picMkLst>
        </pc:picChg>
        <pc:cxnChg chg="add del mod">
          <ac:chgData name="Ruhul Amin Sharif" userId="dff23b7321b8062c" providerId="Windows Live" clId="Web-{6B2286D7-D6B4-6C6F-C176-D510379DB58B}" dt="2025-12-01T13:08:19.386" v="588"/>
          <ac:cxnSpMkLst>
            <pc:docMk/>
            <pc:sldMk cId="3245714145" sldId="283"/>
            <ac:cxnSpMk id="28" creationId="{E63AD7B4-6D52-0542-B894-3238FBDA33B0}"/>
          </ac:cxnSpMkLst>
        </pc:cxnChg>
        <pc:cxnChg chg="add del mod">
          <ac:chgData name="Ruhul Amin Sharif" userId="dff23b7321b8062c" providerId="Windows Live" clId="Web-{6B2286D7-D6B4-6C6F-C176-D510379DB58B}" dt="2025-12-01T13:09:06.623" v="592"/>
          <ac:cxnSpMkLst>
            <pc:docMk/>
            <pc:sldMk cId="3245714145" sldId="283"/>
            <ac:cxnSpMk id="32" creationId="{5DA1BDDD-CABD-0383-BBE6-40EFCBCCF4B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540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961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173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57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719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572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581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832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140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562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887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499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CE486-9C62-5CB3-79FA-E0730D3E7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3127BD1-FFFB-D18D-FD0D-F516661A0A69}"/>
              </a:ext>
            </a:extLst>
          </p:cNvPr>
          <p:cNvSpPr/>
          <p:nvPr/>
        </p:nvSpPr>
        <p:spPr>
          <a:xfrm>
            <a:off x="4762" y="-4762"/>
            <a:ext cx="12180093" cy="6870860"/>
          </a:xfrm>
          <a:prstGeom prst="rect">
            <a:avLst/>
          </a:prstGeom>
          <a:solidFill>
            <a:srgbClr val="002F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1"/>
            <a:endParaRPr lang="en-US" sz="4400" b="1">
              <a:solidFill>
                <a:srgbClr val="005BBB"/>
              </a:solidFill>
              <a:latin typeface="Georgia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D7C8D83-AACB-2603-AB21-106C72D8A6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1122363"/>
            <a:ext cx="8070449" cy="2387600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Arial"/>
                <a:ea typeface="Calibri Light"/>
                <a:cs typeface="Calibri Light"/>
              </a:rPr>
              <a:t>Literature Review &amp; Technical Synthesis</a:t>
            </a:r>
            <a:endParaRPr lang="en-US" dirty="0">
              <a:solidFill>
                <a:schemeClr val="bg1"/>
              </a:solidFill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8EC33747-1A6D-3105-CBCD-66874EB9B1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727430"/>
            <a:ext cx="9182582" cy="7962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Georgia"/>
                <a:ea typeface="Calibri"/>
                <a:cs typeface="Calibri"/>
              </a:rPr>
              <a:t>Analysis of Related Work in Egocentric Biker Vision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" name="Picture 1" descr="A logo of a university&#10;&#10;AI-generated content may be incorrect.">
            <a:extLst>
              <a:ext uri="{FF2B5EF4-FFF2-40B4-BE49-F238E27FC236}">
                <a16:creationId xmlns:a16="http://schemas.microsoft.com/office/drawing/2014/main" id="{0A2D9DC0-AEF5-0322-F384-A02F7C061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0012" y="4286451"/>
            <a:ext cx="2715509" cy="213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539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0D00F-1D2C-A21C-F117-88AC8AD9A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inus Sign 8">
            <a:extLst>
              <a:ext uri="{FF2B5EF4-FFF2-40B4-BE49-F238E27FC236}">
                <a16:creationId xmlns:a16="http://schemas.microsoft.com/office/drawing/2014/main" id="{03E5DE5D-9DF9-098A-142F-02E6C5A1DE23}"/>
              </a:ext>
            </a:extLst>
          </p:cNvPr>
          <p:cNvSpPr/>
          <p:nvPr/>
        </p:nvSpPr>
        <p:spPr>
          <a:xfrm>
            <a:off x="-2185988" y="6286500"/>
            <a:ext cx="16546487" cy="917278"/>
          </a:xfrm>
          <a:prstGeom prst="mathMinus">
            <a:avLst/>
          </a:prstGeom>
          <a:solidFill>
            <a:srgbClr val="002F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CC33E1D8-2AE1-96F9-51C3-2CE361197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6388" y="1346484"/>
            <a:ext cx="7769316" cy="63595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005BBB"/>
                </a:solidFill>
                <a:latin typeface="Georgia"/>
                <a:ea typeface="Calibri Light"/>
                <a:cs typeface="Calibri Light"/>
              </a:rPr>
              <a:t>Literature Taxonomy &amp; Strategic Clusters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DF25989-C827-CFD3-3A90-118840C65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z="1400" dirty="0">
                <a:latin typeface="Georgia"/>
              </a:rPr>
              <a:t>2</a:t>
            </a:fld>
            <a:endParaRPr lang="en-US" sz="1400">
              <a:latin typeface="Georgia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2D2B99A-53E1-D3F8-E09F-582840ADFC69}"/>
              </a:ext>
            </a:extLst>
          </p:cNvPr>
          <p:cNvGrpSpPr/>
          <p:nvPr/>
        </p:nvGrpSpPr>
        <p:grpSpPr>
          <a:xfrm>
            <a:off x="909850" y="2195014"/>
            <a:ext cx="6357582" cy="384932"/>
            <a:chOff x="909850" y="2752298"/>
            <a:chExt cx="6357582" cy="38493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237DD5B-93E1-0466-20A9-202548B63BFF}"/>
                </a:ext>
              </a:extLst>
            </p:cNvPr>
            <p:cNvSpPr txBox="1"/>
            <p:nvPr/>
          </p:nvSpPr>
          <p:spPr>
            <a:xfrm>
              <a:off x="909850" y="2752298"/>
              <a:ext cx="6357582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/>
                  <a:cs typeface="Arial"/>
                </a:rPr>
                <a:t>South Asian Unstructured Environmental Focused</a:t>
              </a:r>
            </a:p>
          </p:txBody>
        </p:sp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4889EC68-8C46-33D9-3E63-35BC755BD4E1}"/>
                </a:ext>
              </a:extLst>
            </p:cNvPr>
            <p:cNvSpPr/>
            <p:nvPr/>
          </p:nvSpPr>
          <p:spPr>
            <a:xfrm>
              <a:off x="1012208" y="2763671"/>
              <a:ext cx="361408" cy="373559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>
                  <a:ea typeface="Calibri"/>
                  <a:cs typeface="Calibri"/>
                </a:rPr>
                <a:t>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BA62821-9B49-3257-C068-6364EFDFF8D9}"/>
              </a:ext>
            </a:extLst>
          </p:cNvPr>
          <p:cNvGrpSpPr/>
          <p:nvPr/>
        </p:nvGrpSpPr>
        <p:grpSpPr>
          <a:xfrm>
            <a:off x="862224" y="3616656"/>
            <a:ext cx="6357582" cy="371598"/>
            <a:chOff x="909850" y="2752298"/>
            <a:chExt cx="6357582" cy="37159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4E13ECA-AE7E-7246-146C-3AC25129EE7F}"/>
                </a:ext>
              </a:extLst>
            </p:cNvPr>
            <p:cNvSpPr txBox="1"/>
            <p:nvPr/>
          </p:nvSpPr>
          <p:spPr>
            <a:xfrm>
              <a:off x="909850" y="2752298"/>
              <a:ext cx="6357582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 panose="020F0502020204030204"/>
                  <a:cs typeface="Arial"/>
                </a:rPr>
                <a:t>Real Time Driving Safety &amp; Behavior Analysis</a:t>
              </a:r>
              <a:endParaRPr lang="en-US"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19" name="Flowchart: Connector 18">
              <a:extLst>
                <a:ext uri="{FF2B5EF4-FFF2-40B4-BE49-F238E27FC236}">
                  <a16:creationId xmlns:a16="http://schemas.microsoft.com/office/drawing/2014/main" id="{ED8011D4-F88B-C545-6C24-C67405951876}"/>
                </a:ext>
              </a:extLst>
            </p:cNvPr>
            <p:cNvSpPr/>
            <p:nvPr/>
          </p:nvSpPr>
          <p:spPr>
            <a:xfrm>
              <a:off x="1012208" y="2763671"/>
              <a:ext cx="361408" cy="360225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>
                  <a:ea typeface="Calibri"/>
                  <a:cs typeface="Calibri"/>
                </a:rPr>
                <a:t>2</a:t>
              </a:r>
              <a:endParaRPr lang="en-US"/>
            </a:p>
          </p:txBody>
        </p:sp>
      </p:grpSp>
      <p:sp>
        <p:nvSpPr>
          <p:cNvPr id="29" name="Minus Sign 28">
            <a:extLst>
              <a:ext uri="{FF2B5EF4-FFF2-40B4-BE49-F238E27FC236}">
                <a16:creationId xmlns:a16="http://schemas.microsoft.com/office/drawing/2014/main" id="{46D50046-C081-664E-3C38-289F5830D12E}"/>
              </a:ext>
            </a:extLst>
          </p:cNvPr>
          <p:cNvSpPr/>
          <p:nvPr/>
        </p:nvSpPr>
        <p:spPr>
          <a:xfrm>
            <a:off x="3352800" y="1866900"/>
            <a:ext cx="5480026" cy="94624"/>
          </a:xfrm>
          <a:custGeom>
            <a:avLst/>
            <a:gdLst>
              <a:gd name="csX0" fmla="*/ 726377 w 5480026"/>
              <a:gd name="csY0" fmla="*/ 36184 h 94624"/>
              <a:gd name="csX1" fmla="*/ 1437862 w 5480026"/>
              <a:gd name="csY1" fmla="*/ 36184 h 94624"/>
              <a:gd name="csX2" fmla="*/ 1988256 w 5480026"/>
              <a:gd name="csY2" fmla="*/ 36184 h 94624"/>
              <a:gd name="csX3" fmla="*/ 2619195 w 5480026"/>
              <a:gd name="csY3" fmla="*/ 36184 h 94624"/>
              <a:gd name="csX4" fmla="*/ 3330680 w 5480026"/>
              <a:gd name="csY4" fmla="*/ 36184 h 94624"/>
              <a:gd name="csX5" fmla="*/ 3881073 w 5480026"/>
              <a:gd name="csY5" fmla="*/ 36184 h 94624"/>
              <a:gd name="csX6" fmla="*/ 4753649 w 5480026"/>
              <a:gd name="csY6" fmla="*/ 36184 h 94624"/>
              <a:gd name="csX7" fmla="*/ 4753649 w 5480026"/>
              <a:gd name="csY7" fmla="*/ 58440 h 94624"/>
              <a:gd name="csX8" fmla="*/ 4082437 w 5480026"/>
              <a:gd name="csY8" fmla="*/ 58440 h 94624"/>
              <a:gd name="csX9" fmla="*/ 3370952 w 5480026"/>
              <a:gd name="csY9" fmla="*/ 58440 h 94624"/>
              <a:gd name="csX10" fmla="*/ 2820558 w 5480026"/>
              <a:gd name="csY10" fmla="*/ 58440 h 94624"/>
              <a:gd name="csX11" fmla="*/ 2189619 w 5480026"/>
              <a:gd name="csY11" fmla="*/ 58440 h 94624"/>
              <a:gd name="csX12" fmla="*/ 1478134 w 5480026"/>
              <a:gd name="csY12" fmla="*/ 58440 h 94624"/>
              <a:gd name="csX13" fmla="*/ 726377 w 5480026"/>
              <a:gd name="csY13" fmla="*/ 58440 h 94624"/>
              <a:gd name="csX14" fmla="*/ 726377 w 5480026"/>
              <a:gd name="csY14" fmla="*/ 36184 h 94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480026" h="94624" fill="none" extrusionOk="0">
                <a:moveTo>
                  <a:pt x="726377" y="36184"/>
                </a:moveTo>
                <a:cubicBezTo>
                  <a:pt x="911788" y="19780"/>
                  <a:pt x="1237901" y="12608"/>
                  <a:pt x="1437862" y="36184"/>
                </a:cubicBezTo>
                <a:cubicBezTo>
                  <a:pt x="1637824" y="59760"/>
                  <a:pt x="1733256" y="18292"/>
                  <a:pt x="1988256" y="36184"/>
                </a:cubicBezTo>
                <a:cubicBezTo>
                  <a:pt x="2243256" y="54076"/>
                  <a:pt x="2405741" y="30484"/>
                  <a:pt x="2619195" y="36184"/>
                </a:cubicBezTo>
                <a:cubicBezTo>
                  <a:pt x="2832649" y="41884"/>
                  <a:pt x="3048700" y="28925"/>
                  <a:pt x="3330680" y="36184"/>
                </a:cubicBezTo>
                <a:cubicBezTo>
                  <a:pt x="3612660" y="43443"/>
                  <a:pt x="3719128" y="62328"/>
                  <a:pt x="3881073" y="36184"/>
                </a:cubicBezTo>
                <a:cubicBezTo>
                  <a:pt x="4043018" y="10040"/>
                  <a:pt x="4567695" y="-34"/>
                  <a:pt x="4753649" y="36184"/>
                </a:cubicBezTo>
                <a:cubicBezTo>
                  <a:pt x="4754423" y="41747"/>
                  <a:pt x="4753312" y="52707"/>
                  <a:pt x="4753649" y="58440"/>
                </a:cubicBezTo>
                <a:cubicBezTo>
                  <a:pt x="4579509" y="72312"/>
                  <a:pt x="4354978" y="61719"/>
                  <a:pt x="4082437" y="58440"/>
                </a:cubicBezTo>
                <a:cubicBezTo>
                  <a:pt x="3809896" y="55161"/>
                  <a:pt x="3631760" y="73307"/>
                  <a:pt x="3370952" y="58440"/>
                </a:cubicBezTo>
                <a:cubicBezTo>
                  <a:pt x="3110144" y="43573"/>
                  <a:pt x="2944482" y="50918"/>
                  <a:pt x="2820558" y="58440"/>
                </a:cubicBezTo>
                <a:cubicBezTo>
                  <a:pt x="2696634" y="65962"/>
                  <a:pt x="2328319" y="72580"/>
                  <a:pt x="2189619" y="58440"/>
                </a:cubicBezTo>
                <a:cubicBezTo>
                  <a:pt x="2050919" y="44300"/>
                  <a:pt x="1789139" y="89242"/>
                  <a:pt x="1478134" y="58440"/>
                </a:cubicBezTo>
                <a:cubicBezTo>
                  <a:pt x="1167130" y="27638"/>
                  <a:pt x="1012539" y="24602"/>
                  <a:pt x="726377" y="58440"/>
                </a:cubicBezTo>
                <a:cubicBezTo>
                  <a:pt x="726135" y="51783"/>
                  <a:pt x="726177" y="40942"/>
                  <a:pt x="726377" y="36184"/>
                </a:cubicBezTo>
                <a:close/>
              </a:path>
              <a:path w="5480026" h="94624" stroke="0" extrusionOk="0">
                <a:moveTo>
                  <a:pt x="726377" y="36184"/>
                </a:moveTo>
                <a:cubicBezTo>
                  <a:pt x="1011518" y="72599"/>
                  <a:pt x="1112442" y="36627"/>
                  <a:pt x="1478134" y="36184"/>
                </a:cubicBezTo>
                <a:cubicBezTo>
                  <a:pt x="1843826" y="35741"/>
                  <a:pt x="1927524" y="62916"/>
                  <a:pt x="2109074" y="36184"/>
                </a:cubicBezTo>
                <a:cubicBezTo>
                  <a:pt x="2290624" y="9452"/>
                  <a:pt x="2442027" y="33053"/>
                  <a:pt x="2659468" y="36184"/>
                </a:cubicBezTo>
                <a:cubicBezTo>
                  <a:pt x="2876909" y="39315"/>
                  <a:pt x="3110458" y="2855"/>
                  <a:pt x="3330680" y="36184"/>
                </a:cubicBezTo>
                <a:cubicBezTo>
                  <a:pt x="3550902" y="69513"/>
                  <a:pt x="3862724" y="21092"/>
                  <a:pt x="4001892" y="36184"/>
                </a:cubicBezTo>
                <a:cubicBezTo>
                  <a:pt x="4141060" y="51276"/>
                  <a:pt x="4393809" y="54627"/>
                  <a:pt x="4753649" y="36184"/>
                </a:cubicBezTo>
                <a:cubicBezTo>
                  <a:pt x="4754416" y="42385"/>
                  <a:pt x="4752648" y="50668"/>
                  <a:pt x="4753649" y="58440"/>
                </a:cubicBezTo>
                <a:cubicBezTo>
                  <a:pt x="4557853" y="58442"/>
                  <a:pt x="4272190" y="45819"/>
                  <a:pt x="4082437" y="58440"/>
                </a:cubicBezTo>
                <a:cubicBezTo>
                  <a:pt x="3892684" y="71061"/>
                  <a:pt x="3770225" y="75327"/>
                  <a:pt x="3532043" y="58440"/>
                </a:cubicBezTo>
                <a:cubicBezTo>
                  <a:pt x="3293861" y="41553"/>
                  <a:pt x="3083764" y="42032"/>
                  <a:pt x="2860831" y="58440"/>
                </a:cubicBezTo>
                <a:cubicBezTo>
                  <a:pt x="2637898" y="74848"/>
                  <a:pt x="2444006" y="81015"/>
                  <a:pt x="2149346" y="58440"/>
                </a:cubicBezTo>
                <a:cubicBezTo>
                  <a:pt x="1854687" y="35865"/>
                  <a:pt x="1639028" y="68151"/>
                  <a:pt x="1397589" y="58440"/>
                </a:cubicBezTo>
                <a:cubicBezTo>
                  <a:pt x="1156150" y="48729"/>
                  <a:pt x="896383" y="28851"/>
                  <a:pt x="726377" y="58440"/>
                </a:cubicBezTo>
                <a:cubicBezTo>
                  <a:pt x="725675" y="49926"/>
                  <a:pt x="726826" y="45865"/>
                  <a:pt x="726377" y="36184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989574929">
                  <a:prstGeom prst="mathMinus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4920F0-AC8D-BFF8-CB07-9B6F01362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5522" y="5901425"/>
            <a:ext cx="10938679" cy="820050"/>
          </a:xfrm>
        </p:spPr>
        <p:txBody>
          <a:bodyPr/>
          <a:lstStyle/>
          <a:p>
            <a:r>
              <a:rPr lang="en-US" sz="1400" dirty="0">
                <a:latin typeface="Arial"/>
                <a:cs typeface="Arial"/>
              </a:rPr>
              <a:t>Total Papers Analyzed: 5 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79B89A4-6E7F-C9BB-379C-5773AECB5035}"/>
              </a:ext>
            </a:extLst>
          </p:cNvPr>
          <p:cNvGrpSpPr/>
          <p:nvPr/>
        </p:nvGrpSpPr>
        <p:grpSpPr>
          <a:xfrm>
            <a:off x="881273" y="4964229"/>
            <a:ext cx="6357582" cy="371598"/>
            <a:chOff x="909850" y="2752298"/>
            <a:chExt cx="6357582" cy="37159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9F056E3-B741-13F7-654B-7ECAFFA857A5}"/>
                </a:ext>
              </a:extLst>
            </p:cNvPr>
            <p:cNvSpPr txBox="1"/>
            <p:nvPr/>
          </p:nvSpPr>
          <p:spPr>
            <a:xfrm>
              <a:off x="909850" y="2752298"/>
              <a:ext cx="6357582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solidFill>
                    <a:srgbClr val="000000"/>
                  </a:solidFill>
                  <a:latin typeface="Arial"/>
                  <a:cs typeface="Arial"/>
                </a:rPr>
                <a:t>Sensor Signatures &amp; Forensics </a:t>
              </a:r>
              <a:endParaRPr lang="en-US" dirty="0"/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311757DB-4505-3B8F-52C9-AA5B3259143C}"/>
                </a:ext>
              </a:extLst>
            </p:cNvPr>
            <p:cNvSpPr/>
            <p:nvPr/>
          </p:nvSpPr>
          <p:spPr>
            <a:xfrm>
              <a:off x="1012208" y="2763671"/>
              <a:ext cx="361408" cy="360225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dirty="0">
                  <a:ea typeface="Calibri"/>
                  <a:cs typeface="Calibri"/>
                </a:rPr>
                <a:t>3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3619A7B-A302-6596-D088-55FFCAA657FB}"/>
              </a:ext>
            </a:extLst>
          </p:cNvPr>
          <p:cNvGrpSpPr/>
          <p:nvPr/>
        </p:nvGrpSpPr>
        <p:grpSpPr>
          <a:xfrm>
            <a:off x="1505802" y="2586251"/>
            <a:ext cx="5845338" cy="369332"/>
            <a:chOff x="1483056" y="2563504"/>
            <a:chExt cx="5845338" cy="369332"/>
          </a:xfrm>
        </p:grpSpPr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4C72542E-CB03-45DB-74D4-3DCA29A0093F}"/>
                </a:ext>
              </a:extLst>
            </p:cNvPr>
            <p:cNvSpPr/>
            <p:nvPr/>
          </p:nvSpPr>
          <p:spPr>
            <a:xfrm>
              <a:off x="1699145" y="2654489"/>
              <a:ext cx="177875" cy="180530"/>
            </a:xfrm>
            <a:prstGeom prst="flowChartConnector">
              <a:avLst/>
            </a:prstGeom>
            <a:solidFill>
              <a:srgbClr val="002F56"/>
            </a:solidFill>
            <a:ln>
              <a:solidFill>
                <a:srgbClr val="002F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ea typeface="Calibri"/>
                <a:cs typeface="Calibri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85ADC1F-1EAA-7474-5ECD-34CEC32CE503}"/>
                </a:ext>
              </a:extLst>
            </p:cNvPr>
            <p:cNvSpPr txBox="1"/>
            <p:nvPr/>
          </p:nvSpPr>
          <p:spPr>
            <a:xfrm>
              <a:off x="1483056" y="2563504"/>
              <a:ext cx="5845338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/>
                  <a:cs typeface="Arial"/>
                </a:rPr>
                <a:t>IDD Dataset [1] </a:t>
              </a:r>
              <a:endParaRPr lang="en-US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FBC46D3-AB6C-C8FF-9614-2EEF93CEAD5D}"/>
              </a:ext>
            </a:extLst>
          </p:cNvPr>
          <p:cNvGrpSpPr/>
          <p:nvPr/>
        </p:nvGrpSpPr>
        <p:grpSpPr>
          <a:xfrm>
            <a:off x="1505801" y="2961564"/>
            <a:ext cx="5845338" cy="369332"/>
            <a:chOff x="1483056" y="2563504"/>
            <a:chExt cx="5845338" cy="369332"/>
          </a:xfrm>
        </p:grpSpPr>
        <p:sp>
          <p:nvSpPr>
            <p:cNvPr id="26" name="Flowchart: Connector 25">
              <a:extLst>
                <a:ext uri="{FF2B5EF4-FFF2-40B4-BE49-F238E27FC236}">
                  <a16:creationId xmlns:a16="http://schemas.microsoft.com/office/drawing/2014/main" id="{62D2341B-D7B5-4266-7307-9DB9CD134FC4}"/>
                </a:ext>
              </a:extLst>
            </p:cNvPr>
            <p:cNvSpPr/>
            <p:nvPr/>
          </p:nvSpPr>
          <p:spPr>
            <a:xfrm>
              <a:off x="1699145" y="2654489"/>
              <a:ext cx="177875" cy="180530"/>
            </a:xfrm>
            <a:prstGeom prst="flowChartConnector">
              <a:avLst/>
            </a:prstGeom>
            <a:solidFill>
              <a:srgbClr val="002F56"/>
            </a:solidFill>
            <a:ln>
              <a:solidFill>
                <a:srgbClr val="002F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ea typeface="Calibri"/>
                <a:cs typeface="Calibri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6AB07FA-E831-57D7-47F3-8E12FC809D22}"/>
                </a:ext>
              </a:extLst>
            </p:cNvPr>
            <p:cNvSpPr txBox="1"/>
            <p:nvPr/>
          </p:nvSpPr>
          <p:spPr>
            <a:xfrm>
              <a:off x="1483056" y="2563504"/>
              <a:ext cx="5845338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/>
                  <a:cs typeface="Arial"/>
                </a:rPr>
                <a:t>RSUD20k [2]</a:t>
              </a:r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66F69E1-DDAE-7104-E322-A498381FD864}"/>
              </a:ext>
            </a:extLst>
          </p:cNvPr>
          <p:cNvGrpSpPr/>
          <p:nvPr/>
        </p:nvGrpSpPr>
        <p:grpSpPr>
          <a:xfrm>
            <a:off x="1477227" y="5344093"/>
            <a:ext cx="7767397" cy="369332"/>
            <a:chOff x="1483056" y="2563504"/>
            <a:chExt cx="7767397" cy="369332"/>
          </a:xfrm>
        </p:grpSpPr>
        <p:sp>
          <p:nvSpPr>
            <p:cNvPr id="30" name="Flowchart: Connector 29">
              <a:extLst>
                <a:ext uri="{FF2B5EF4-FFF2-40B4-BE49-F238E27FC236}">
                  <a16:creationId xmlns:a16="http://schemas.microsoft.com/office/drawing/2014/main" id="{331BECCB-F5E6-2743-DCB6-C808AEB384B8}"/>
                </a:ext>
              </a:extLst>
            </p:cNvPr>
            <p:cNvSpPr/>
            <p:nvPr/>
          </p:nvSpPr>
          <p:spPr>
            <a:xfrm>
              <a:off x="1699145" y="2654489"/>
              <a:ext cx="177875" cy="180530"/>
            </a:xfrm>
            <a:prstGeom prst="flowChartConnector">
              <a:avLst/>
            </a:prstGeom>
            <a:solidFill>
              <a:srgbClr val="002F56"/>
            </a:solidFill>
            <a:ln>
              <a:solidFill>
                <a:srgbClr val="002F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ea typeface="Calibri"/>
                <a:cs typeface="Calibri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4D75441-96DE-B026-7CE1-46F3BFA6FBB0}"/>
                </a:ext>
              </a:extLst>
            </p:cNvPr>
            <p:cNvSpPr txBox="1"/>
            <p:nvPr/>
          </p:nvSpPr>
          <p:spPr>
            <a:xfrm>
              <a:off x="1483056" y="2563504"/>
              <a:ext cx="7767397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+mn-lt"/>
                  <a:cs typeface="Arial"/>
                </a:rPr>
                <a:t>Egocentric Analysis of Dash-Cam Videos for Vehicle Forensics [5]</a:t>
              </a:r>
              <a:endParaRPr lang="en-US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90A6C3F-4AD2-0010-A385-1669315B7961}"/>
              </a:ext>
            </a:extLst>
          </p:cNvPr>
          <p:cNvGrpSpPr/>
          <p:nvPr/>
        </p:nvGrpSpPr>
        <p:grpSpPr>
          <a:xfrm>
            <a:off x="1458176" y="3973773"/>
            <a:ext cx="5845338" cy="369332"/>
            <a:chOff x="1483056" y="2563504"/>
            <a:chExt cx="5845338" cy="369332"/>
          </a:xfrm>
        </p:grpSpPr>
        <p:sp>
          <p:nvSpPr>
            <p:cNvPr id="34" name="Flowchart: Connector 33">
              <a:extLst>
                <a:ext uri="{FF2B5EF4-FFF2-40B4-BE49-F238E27FC236}">
                  <a16:creationId xmlns:a16="http://schemas.microsoft.com/office/drawing/2014/main" id="{7F71875A-0279-183B-66BD-F38D3582F50B}"/>
                </a:ext>
              </a:extLst>
            </p:cNvPr>
            <p:cNvSpPr/>
            <p:nvPr/>
          </p:nvSpPr>
          <p:spPr>
            <a:xfrm>
              <a:off x="1699145" y="2654489"/>
              <a:ext cx="177875" cy="180530"/>
            </a:xfrm>
            <a:prstGeom prst="flowChartConnector">
              <a:avLst/>
            </a:prstGeom>
            <a:solidFill>
              <a:srgbClr val="002F56"/>
            </a:solidFill>
            <a:ln>
              <a:solidFill>
                <a:srgbClr val="002F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ea typeface="Calibri"/>
                <a:cs typeface="Calibri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FEDD9EF-EFF8-3B61-91EB-B6B5FAE664AC}"/>
                </a:ext>
              </a:extLst>
            </p:cNvPr>
            <p:cNvSpPr txBox="1"/>
            <p:nvPr/>
          </p:nvSpPr>
          <p:spPr>
            <a:xfrm>
              <a:off x="1483056" y="2563504"/>
              <a:ext cx="5845338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/>
                  <a:cs typeface="Arial"/>
                </a:rPr>
                <a:t>Lane Changes Detection [3]</a:t>
              </a:r>
              <a:endParaRPr lang="en-US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B5271E4-9750-FF98-3936-10D72CCB62DB}"/>
              </a:ext>
            </a:extLst>
          </p:cNvPr>
          <p:cNvGrpSpPr/>
          <p:nvPr/>
        </p:nvGrpSpPr>
        <p:grpSpPr>
          <a:xfrm>
            <a:off x="1458175" y="4349086"/>
            <a:ext cx="7767397" cy="369332"/>
            <a:chOff x="1483056" y="2563504"/>
            <a:chExt cx="7767397" cy="369332"/>
          </a:xfrm>
        </p:grpSpPr>
        <p:sp>
          <p:nvSpPr>
            <p:cNvPr id="37" name="Flowchart: Connector 36">
              <a:extLst>
                <a:ext uri="{FF2B5EF4-FFF2-40B4-BE49-F238E27FC236}">
                  <a16:creationId xmlns:a16="http://schemas.microsoft.com/office/drawing/2014/main" id="{962E96D2-BF71-9510-EE61-CBC5635822F4}"/>
                </a:ext>
              </a:extLst>
            </p:cNvPr>
            <p:cNvSpPr/>
            <p:nvPr/>
          </p:nvSpPr>
          <p:spPr>
            <a:xfrm>
              <a:off x="1699145" y="2654489"/>
              <a:ext cx="177875" cy="180530"/>
            </a:xfrm>
            <a:prstGeom prst="flowChartConnector">
              <a:avLst/>
            </a:prstGeom>
            <a:solidFill>
              <a:srgbClr val="002F56"/>
            </a:solidFill>
            <a:ln>
              <a:solidFill>
                <a:srgbClr val="002F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ea typeface="Calibri"/>
                <a:cs typeface="Calibri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9F94A04-99D9-0B66-FCE4-DD0DCCE5C4CE}"/>
                </a:ext>
              </a:extLst>
            </p:cNvPr>
            <p:cNvSpPr txBox="1"/>
            <p:nvPr/>
          </p:nvSpPr>
          <p:spPr>
            <a:xfrm>
              <a:off x="1483056" y="2563504"/>
              <a:ext cx="7767397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/>
                  <a:cs typeface="Arial"/>
                </a:rPr>
                <a:t>CS-MRBD [4]</a:t>
              </a:r>
              <a:endParaRPr lang="en-US" dirty="0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1FA828B-BCAC-C0BA-F11B-863C29B2A99C}"/>
              </a:ext>
            </a:extLst>
          </p:cNvPr>
          <p:cNvCxnSpPr/>
          <p:nvPr/>
        </p:nvCxnSpPr>
        <p:spPr>
          <a:xfrm>
            <a:off x="-11573" y="959680"/>
            <a:ext cx="12198967" cy="19274"/>
          </a:xfrm>
          <a:prstGeom prst="straightConnector1">
            <a:avLst/>
          </a:prstGeom>
          <a:ln w="28575">
            <a:solidFill>
              <a:srgbClr val="002F5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A close up of a logo&#10;&#10;AI-generated content may be incorrect.">
            <a:extLst>
              <a:ext uri="{FF2B5EF4-FFF2-40B4-BE49-F238E27FC236}">
                <a16:creationId xmlns:a16="http://schemas.microsoft.com/office/drawing/2014/main" id="{780EC23F-C2A1-4478-EEED-B4139A0F8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477" y="476"/>
            <a:ext cx="2919785" cy="97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925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6D13F-AD13-FAC8-47FD-636C45373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C2AFC1-BF26-47D3-DF8A-3089C7B0E9FF}"/>
              </a:ext>
            </a:extLst>
          </p:cNvPr>
          <p:cNvSpPr/>
          <p:nvPr/>
        </p:nvSpPr>
        <p:spPr>
          <a:xfrm>
            <a:off x="4762" y="-4762"/>
            <a:ext cx="12180093" cy="917735"/>
          </a:xfrm>
          <a:prstGeom prst="rect">
            <a:avLst/>
          </a:prstGeom>
          <a:solidFill>
            <a:srgbClr val="002F56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4400" b="1">
                <a:latin typeface="Georgia"/>
              </a:rPr>
              <a:t>Premier University</a:t>
            </a:r>
            <a:endParaRPr lang="en-US" sz="4400" b="1">
              <a:latin typeface="Georgia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Minus Sign 8">
            <a:extLst>
              <a:ext uri="{FF2B5EF4-FFF2-40B4-BE49-F238E27FC236}">
                <a16:creationId xmlns:a16="http://schemas.microsoft.com/office/drawing/2014/main" id="{016C608C-7EA6-9D2C-1DF9-A5B0ED347000}"/>
              </a:ext>
            </a:extLst>
          </p:cNvPr>
          <p:cNvSpPr/>
          <p:nvPr/>
        </p:nvSpPr>
        <p:spPr>
          <a:xfrm>
            <a:off x="-2185988" y="6286500"/>
            <a:ext cx="16546487" cy="917278"/>
          </a:xfrm>
          <a:prstGeom prst="mathMinus">
            <a:avLst/>
          </a:prstGeom>
          <a:solidFill>
            <a:srgbClr val="002F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5">
            <a:extLst>
              <a:ext uri="{FF2B5EF4-FFF2-40B4-BE49-F238E27FC236}">
                <a16:creationId xmlns:a16="http://schemas.microsoft.com/office/drawing/2014/main" id="{B1AC55CE-E3D6-3E82-99A9-640DBA9BC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0805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05BBB"/>
                </a:solidFill>
                <a:latin typeface="Georgia"/>
                <a:ea typeface="Calibri Light"/>
                <a:cs typeface="Calibri Light"/>
              </a:rPr>
              <a:t>South Asian Unstructured Environmental Focused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34F01C4-63AC-63A6-71BF-095AD82A93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cap="all" dirty="0">
                <a:solidFill>
                  <a:srgbClr val="002F56"/>
                </a:solidFill>
                <a:latin typeface="Arial"/>
                <a:cs typeface="Arial"/>
              </a:rPr>
              <a:t>The Problem: Chaotic Road Environments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97669C5-2AEB-4946-1A95-57BCF3163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z="1400" dirty="0">
                <a:latin typeface="Georgia"/>
              </a:rPr>
              <a:t>3</a:t>
            </a:fld>
            <a:endParaRPr lang="en-US" sz="1400">
              <a:latin typeface="Georgia"/>
            </a:endParaRPr>
          </a:p>
        </p:txBody>
      </p:sp>
      <p:sp>
        <p:nvSpPr>
          <p:cNvPr id="12" name="Minus Sign 11">
            <a:extLst>
              <a:ext uri="{FF2B5EF4-FFF2-40B4-BE49-F238E27FC236}">
                <a16:creationId xmlns:a16="http://schemas.microsoft.com/office/drawing/2014/main" id="{385E49F7-26E0-50AA-77F1-262C2033AA13}"/>
              </a:ext>
            </a:extLst>
          </p:cNvPr>
          <p:cNvSpPr/>
          <p:nvPr/>
        </p:nvSpPr>
        <p:spPr>
          <a:xfrm>
            <a:off x="3352800" y="1866900"/>
            <a:ext cx="5480026" cy="94624"/>
          </a:xfrm>
          <a:custGeom>
            <a:avLst/>
            <a:gdLst>
              <a:gd name="csX0" fmla="*/ 726377 w 5480026"/>
              <a:gd name="csY0" fmla="*/ 36184 h 94624"/>
              <a:gd name="csX1" fmla="*/ 1437862 w 5480026"/>
              <a:gd name="csY1" fmla="*/ 36184 h 94624"/>
              <a:gd name="csX2" fmla="*/ 1988256 w 5480026"/>
              <a:gd name="csY2" fmla="*/ 36184 h 94624"/>
              <a:gd name="csX3" fmla="*/ 2619195 w 5480026"/>
              <a:gd name="csY3" fmla="*/ 36184 h 94624"/>
              <a:gd name="csX4" fmla="*/ 3330680 w 5480026"/>
              <a:gd name="csY4" fmla="*/ 36184 h 94624"/>
              <a:gd name="csX5" fmla="*/ 3881073 w 5480026"/>
              <a:gd name="csY5" fmla="*/ 36184 h 94624"/>
              <a:gd name="csX6" fmla="*/ 4753649 w 5480026"/>
              <a:gd name="csY6" fmla="*/ 36184 h 94624"/>
              <a:gd name="csX7" fmla="*/ 4753649 w 5480026"/>
              <a:gd name="csY7" fmla="*/ 58440 h 94624"/>
              <a:gd name="csX8" fmla="*/ 4082437 w 5480026"/>
              <a:gd name="csY8" fmla="*/ 58440 h 94624"/>
              <a:gd name="csX9" fmla="*/ 3370952 w 5480026"/>
              <a:gd name="csY9" fmla="*/ 58440 h 94624"/>
              <a:gd name="csX10" fmla="*/ 2820558 w 5480026"/>
              <a:gd name="csY10" fmla="*/ 58440 h 94624"/>
              <a:gd name="csX11" fmla="*/ 2189619 w 5480026"/>
              <a:gd name="csY11" fmla="*/ 58440 h 94624"/>
              <a:gd name="csX12" fmla="*/ 1478134 w 5480026"/>
              <a:gd name="csY12" fmla="*/ 58440 h 94624"/>
              <a:gd name="csX13" fmla="*/ 726377 w 5480026"/>
              <a:gd name="csY13" fmla="*/ 58440 h 94624"/>
              <a:gd name="csX14" fmla="*/ 726377 w 5480026"/>
              <a:gd name="csY14" fmla="*/ 36184 h 94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480026" h="94624" fill="none" extrusionOk="0">
                <a:moveTo>
                  <a:pt x="726377" y="36184"/>
                </a:moveTo>
                <a:cubicBezTo>
                  <a:pt x="911788" y="19780"/>
                  <a:pt x="1237901" y="12608"/>
                  <a:pt x="1437862" y="36184"/>
                </a:cubicBezTo>
                <a:cubicBezTo>
                  <a:pt x="1637824" y="59760"/>
                  <a:pt x="1733256" y="18292"/>
                  <a:pt x="1988256" y="36184"/>
                </a:cubicBezTo>
                <a:cubicBezTo>
                  <a:pt x="2243256" y="54076"/>
                  <a:pt x="2405741" y="30484"/>
                  <a:pt x="2619195" y="36184"/>
                </a:cubicBezTo>
                <a:cubicBezTo>
                  <a:pt x="2832649" y="41884"/>
                  <a:pt x="3048700" y="28925"/>
                  <a:pt x="3330680" y="36184"/>
                </a:cubicBezTo>
                <a:cubicBezTo>
                  <a:pt x="3612660" y="43443"/>
                  <a:pt x="3719128" y="62328"/>
                  <a:pt x="3881073" y="36184"/>
                </a:cubicBezTo>
                <a:cubicBezTo>
                  <a:pt x="4043018" y="10040"/>
                  <a:pt x="4567695" y="-34"/>
                  <a:pt x="4753649" y="36184"/>
                </a:cubicBezTo>
                <a:cubicBezTo>
                  <a:pt x="4754423" y="41747"/>
                  <a:pt x="4753312" y="52707"/>
                  <a:pt x="4753649" y="58440"/>
                </a:cubicBezTo>
                <a:cubicBezTo>
                  <a:pt x="4579509" y="72312"/>
                  <a:pt x="4354978" y="61719"/>
                  <a:pt x="4082437" y="58440"/>
                </a:cubicBezTo>
                <a:cubicBezTo>
                  <a:pt x="3809896" y="55161"/>
                  <a:pt x="3631760" y="73307"/>
                  <a:pt x="3370952" y="58440"/>
                </a:cubicBezTo>
                <a:cubicBezTo>
                  <a:pt x="3110144" y="43573"/>
                  <a:pt x="2944482" y="50918"/>
                  <a:pt x="2820558" y="58440"/>
                </a:cubicBezTo>
                <a:cubicBezTo>
                  <a:pt x="2696634" y="65962"/>
                  <a:pt x="2328319" y="72580"/>
                  <a:pt x="2189619" y="58440"/>
                </a:cubicBezTo>
                <a:cubicBezTo>
                  <a:pt x="2050919" y="44300"/>
                  <a:pt x="1789139" y="89242"/>
                  <a:pt x="1478134" y="58440"/>
                </a:cubicBezTo>
                <a:cubicBezTo>
                  <a:pt x="1167130" y="27638"/>
                  <a:pt x="1012539" y="24602"/>
                  <a:pt x="726377" y="58440"/>
                </a:cubicBezTo>
                <a:cubicBezTo>
                  <a:pt x="726135" y="51783"/>
                  <a:pt x="726177" y="40942"/>
                  <a:pt x="726377" y="36184"/>
                </a:cubicBezTo>
                <a:close/>
              </a:path>
              <a:path w="5480026" h="94624" stroke="0" extrusionOk="0">
                <a:moveTo>
                  <a:pt x="726377" y="36184"/>
                </a:moveTo>
                <a:cubicBezTo>
                  <a:pt x="1011518" y="72599"/>
                  <a:pt x="1112442" y="36627"/>
                  <a:pt x="1478134" y="36184"/>
                </a:cubicBezTo>
                <a:cubicBezTo>
                  <a:pt x="1843826" y="35741"/>
                  <a:pt x="1927524" y="62916"/>
                  <a:pt x="2109074" y="36184"/>
                </a:cubicBezTo>
                <a:cubicBezTo>
                  <a:pt x="2290624" y="9452"/>
                  <a:pt x="2442027" y="33053"/>
                  <a:pt x="2659468" y="36184"/>
                </a:cubicBezTo>
                <a:cubicBezTo>
                  <a:pt x="2876909" y="39315"/>
                  <a:pt x="3110458" y="2855"/>
                  <a:pt x="3330680" y="36184"/>
                </a:cubicBezTo>
                <a:cubicBezTo>
                  <a:pt x="3550902" y="69513"/>
                  <a:pt x="3862724" y="21092"/>
                  <a:pt x="4001892" y="36184"/>
                </a:cubicBezTo>
                <a:cubicBezTo>
                  <a:pt x="4141060" y="51276"/>
                  <a:pt x="4393809" y="54627"/>
                  <a:pt x="4753649" y="36184"/>
                </a:cubicBezTo>
                <a:cubicBezTo>
                  <a:pt x="4754416" y="42385"/>
                  <a:pt x="4752648" y="50668"/>
                  <a:pt x="4753649" y="58440"/>
                </a:cubicBezTo>
                <a:cubicBezTo>
                  <a:pt x="4557853" y="58442"/>
                  <a:pt x="4272190" y="45819"/>
                  <a:pt x="4082437" y="58440"/>
                </a:cubicBezTo>
                <a:cubicBezTo>
                  <a:pt x="3892684" y="71061"/>
                  <a:pt x="3770225" y="75327"/>
                  <a:pt x="3532043" y="58440"/>
                </a:cubicBezTo>
                <a:cubicBezTo>
                  <a:pt x="3293861" y="41553"/>
                  <a:pt x="3083764" y="42032"/>
                  <a:pt x="2860831" y="58440"/>
                </a:cubicBezTo>
                <a:cubicBezTo>
                  <a:pt x="2637898" y="74848"/>
                  <a:pt x="2444006" y="81015"/>
                  <a:pt x="2149346" y="58440"/>
                </a:cubicBezTo>
                <a:cubicBezTo>
                  <a:pt x="1854687" y="35865"/>
                  <a:pt x="1639028" y="68151"/>
                  <a:pt x="1397589" y="58440"/>
                </a:cubicBezTo>
                <a:cubicBezTo>
                  <a:pt x="1156150" y="48729"/>
                  <a:pt x="896383" y="28851"/>
                  <a:pt x="726377" y="58440"/>
                </a:cubicBezTo>
                <a:cubicBezTo>
                  <a:pt x="725675" y="49926"/>
                  <a:pt x="726826" y="45865"/>
                  <a:pt x="726377" y="36184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989574929">
                  <a:prstGeom prst="mathMinus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D5272FA-B75B-7A7D-8333-EDF59A1411B0}"/>
              </a:ext>
            </a:extLst>
          </p:cNvPr>
          <p:cNvGrpSpPr/>
          <p:nvPr/>
        </p:nvGrpSpPr>
        <p:grpSpPr>
          <a:xfrm>
            <a:off x="1097650" y="2646243"/>
            <a:ext cx="6357582" cy="384932"/>
            <a:chOff x="909850" y="2752298"/>
            <a:chExt cx="6357582" cy="3849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C272FC2-A03E-846B-699D-0EE791ABF563}"/>
                </a:ext>
              </a:extLst>
            </p:cNvPr>
            <p:cNvSpPr txBox="1"/>
            <p:nvPr/>
          </p:nvSpPr>
          <p:spPr>
            <a:xfrm>
              <a:off x="909850" y="2752298"/>
              <a:ext cx="6357582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/>
                  <a:cs typeface="Arial"/>
                </a:rPr>
                <a:t>Ambiguous Road Boundaries[1] [2]</a:t>
              </a:r>
            </a:p>
          </p:txBody>
        </p:sp>
        <p:sp>
          <p:nvSpPr>
            <p:cNvPr id="23" name="Flowchart: Connector 22">
              <a:extLst>
                <a:ext uri="{FF2B5EF4-FFF2-40B4-BE49-F238E27FC236}">
                  <a16:creationId xmlns:a16="http://schemas.microsoft.com/office/drawing/2014/main" id="{B0C6C61C-DB30-ED02-F9F5-06214EDE4B23}"/>
                </a:ext>
              </a:extLst>
            </p:cNvPr>
            <p:cNvSpPr/>
            <p:nvPr/>
          </p:nvSpPr>
          <p:spPr>
            <a:xfrm>
              <a:off x="1012208" y="2763671"/>
              <a:ext cx="361408" cy="373559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>
                  <a:ea typeface="Calibri"/>
                  <a:cs typeface="Calibri"/>
                </a:rPr>
                <a:t>1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66FB41A-E8C0-B38F-218C-A2863E99EC13}"/>
              </a:ext>
            </a:extLst>
          </p:cNvPr>
          <p:cNvGrpSpPr/>
          <p:nvPr/>
        </p:nvGrpSpPr>
        <p:grpSpPr>
          <a:xfrm>
            <a:off x="1097650" y="3840423"/>
            <a:ext cx="6357582" cy="371598"/>
            <a:chOff x="909850" y="2752298"/>
            <a:chExt cx="6357582" cy="371598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D1493F0-D25F-F201-4E1B-1A0059EEADE3}"/>
                </a:ext>
              </a:extLst>
            </p:cNvPr>
            <p:cNvSpPr txBox="1"/>
            <p:nvPr/>
          </p:nvSpPr>
          <p:spPr>
            <a:xfrm>
              <a:off x="909850" y="2752298"/>
              <a:ext cx="6357582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 panose="020F0502020204030204"/>
                  <a:cs typeface="Arial"/>
                </a:rPr>
                <a:t>Extensive Use of Billboards [1]</a:t>
              </a:r>
              <a:endParaRPr lang="en-US" dirty="0"/>
            </a:p>
          </p:txBody>
        </p:sp>
        <p:sp>
          <p:nvSpPr>
            <p:cNvPr id="27" name="Flowchart: Connector 26">
              <a:extLst>
                <a:ext uri="{FF2B5EF4-FFF2-40B4-BE49-F238E27FC236}">
                  <a16:creationId xmlns:a16="http://schemas.microsoft.com/office/drawing/2014/main" id="{A0D385D7-30B0-1C79-9A04-76EF395C400A}"/>
                </a:ext>
              </a:extLst>
            </p:cNvPr>
            <p:cNvSpPr/>
            <p:nvPr/>
          </p:nvSpPr>
          <p:spPr>
            <a:xfrm>
              <a:off x="1012208" y="2763671"/>
              <a:ext cx="361408" cy="360225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>
                  <a:ea typeface="Calibri"/>
                  <a:cs typeface="Calibri"/>
                </a:rPr>
                <a:t>2</a:t>
              </a:r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EDE88DB-4D39-B27F-51BC-CF2C04CEA3FC}"/>
              </a:ext>
            </a:extLst>
          </p:cNvPr>
          <p:cNvGrpSpPr/>
          <p:nvPr/>
        </p:nvGrpSpPr>
        <p:grpSpPr>
          <a:xfrm>
            <a:off x="1097650" y="5824892"/>
            <a:ext cx="6357582" cy="371598"/>
            <a:chOff x="909850" y="2752298"/>
            <a:chExt cx="6357582" cy="371598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B115C90-9C7B-C50B-677E-5E955EAAB40F}"/>
                </a:ext>
              </a:extLst>
            </p:cNvPr>
            <p:cNvSpPr txBox="1"/>
            <p:nvPr/>
          </p:nvSpPr>
          <p:spPr>
            <a:xfrm>
              <a:off x="909850" y="2752298"/>
              <a:ext cx="6357582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solidFill>
                    <a:srgbClr val="000000"/>
                  </a:solidFill>
                  <a:latin typeface="Arial"/>
                  <a:cs typeface="Arial"/>
                </a:rPr>
                <a:t>Varying Viewpoints [2]</a:t>
              </a:r>
              <a:endParaRPr lang="en-US" dirty="0"/>
            </a:p>
          </p:txBody>
        </p:sp>
        <p:sp>
          <p:nvSpPr>
            <p:cNvPr id="31" name="Flowchart: Connector 30">
              <a:extLst>
                <a:ext uri="{FF2B5EF4-FFF2-40B4-BE49-F238E27FC236}">
                  <a16:creationId xmlns:a16="http://schemas.microsoft.com/office/drawing/2014/main" id="{0AA9032E-2CFB-1385-4332-21E9A2F83832}"/>
                </a:ext>
              </a:extLst>
            </p:cNvPr>
            <p:cNvSpPr/>
            <p:nvPr/>
          </p:nvSpPr>
          <p:spPr>
            <a:xfrm>
              <a:off x="1012208" y="2763671"/>
              <a:ext cx="361408" cy="360225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dirty="0">
                  <a:ea typeface="Calibri"/>
                  <a:cs typeface="Calibri"/>
                </a:rPr>
                <a:t>5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3FF9834-467E-ECAE-9EE9-464F2A7C0F15}"/>
              </a:ext>
            </a:extLst>
          </p:cNvPr>
          <p:cNvGrpSpPr/>
          <p:nvPr/>
        </p:nvGrpSpPr>
        <p:grpSpPr>
          <a:xfrm>
            <a:off x="1438844" y="3037480"/>
            <a:ext cx="5845338" cy="369332"/>
            <a:chOff x="1483056" y="2563504"/>
            <a:chExt cx="5845338" cy="369332"/>
          </a:xfrm>
        </p:grpSpPr>
        <p:sp>
          <p:nvSpPr>
            <p:cNvPr id="34" name="Flowchart: Connector 33">
              <a:extLst>
                <a:ext uri="{FF2B5EF4-FFF2-40B4-BE49-F238E27FC236}">
                  <a16:creationId xmlns:a16="http://schemas.microsoft.com/office/drawing/2014/main" id="{8A42AFDC-83E6-C3CD-27F4-DD4DE2378EA9}"/>
                </a:ext>
              </a:extLst>
            </p:cNvPr>
            <p:cNvSpPr/>
            <p:nvPr/>
          </p:nvSpPr>
          <p:spPr>
            <a:xfrm>
              <a:off x="1699145" y="2654489"/>
              <a:ext cx="177875" cy="180530"/>
            </a:xfrm>
            <a:prstGeom prst="flowChartConnector">
              <a:avLst/>
            </a:prstGeom>
            <a:solidFill>
              <a:srgbClr val="002F56"/>
            </a:solidFill>
            <a:ln>
              <a:solidFill>
                <a:srgbClr val="002F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ea typeface="Calibri"/>
                <a:cs typeface="Calibri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7C023E0-8604-1B70-0C72-9380939ECD54}"/>
                </a:ext>
              </a:extLst>
            </p:cNvPr>
            <p:cNvSpPr txBox="1"/>
            <p:nvPr/>
          </p:nvSpPr>
          <p:spPr>
            <a:xfrm>
              <a:off x="1483056" y="2563504"/>
              <a:ext cx="5845338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/>
                  <a:cs typeface="Arial"/>
                </a:rPr>
                <a:t>Road often fades into terrain, dirt or mud [1]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041CFCB-46DF-3FA4-26E8-6A2C9F462795}"/>
              </a:ext>
            </a:extLst>
          </p:cNvPr>
          <p:cNvGrpSpPr/>
          <p:nvPr/>
        </p:nvGrpSpPr>
        <p:grpSpPr>
          <a:xfrm>
            <a:off x="1097650" y="5296183"/>
            <a:ext cx="6357582" cy="371598"/>
            <a:chOff x="909850" y="2752298"/>
            <a:chExt cx="6357582" cy="371598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8D6679B-2977-028D-E100-00CE3AF6C47E}"/>
                </a:ext>
              </a:extLst>
            </p:cNvPr>
            <p:cNvSpPr txBox="1"/>
            <p:nvPr/>
          </p:nvSpPr>
          <p:spPr>
            <a:xfrm>
              <a:off x="909850" y="2752298"/>
              <a:ext cx="6357582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 panose="020F0502020204030204"/>
                  <a:cs typeface="Arial"/>
                </a:rPr>
                <a:t>Diversity of Ambient [1] and Weather[2] Conditions</a:t>
              </a:r>
              <a:endParaRPr lang="en-US" dirty="0"/>
            </a:p>
          </p:txBody>
        </p:sp>
        <p:sp>
          <p:nvSpPr>
            <p:cNvPr id="62" name="Flowchart: Connector 61">
              <a:extLst>
                <a:ext uri="{FF2B5EF4-FFF2-40B4-BE49-F238E27FC236}">
                  <a16:creationId xmlns:a16="http://schemas.microsoft.com/office/drawing/2014/main" id="{5A87D3C5-B242-E7AC-3F2C-40AD41F17E07}"/>
                </a:ext>
              </a:extLst>
            </p:cNvPr>
            <p:cNvSpPr/>
            <p:nvPr/>
          </p:nvSpPr>
          <p:spPr>
            <a:xfrm>
              <a:off x="1012208" y="2763671"/>
              <a:ext cx="361408" cy="360225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dirty="0">
                  <a:ea typeface="Calibri"/>
                  <a:cs typeface="Calibri"/>
                </a:rPr>
                <a:t>4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E089468-28AC-C45B-9BF5-E5AE8556008E}"/>
              </a:ext>
            </a:extLst>
          </p:cNvPr>
          <p:cNvGrpSpPr/>
          <p:nvPr/>
        </p:nvGrpSpPr>
        <p:grpSpPr>
          <a:xfrm>
            <a:off x="1097650" y="4386332"/>
            <a:ext cx="6357582" cy="371598"/>
            <a:chOff x="909850" y="2752298"/>
            <a:chExt cx="6357582" cy="371598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A72BEE0-7389-AFE8-8080-3F5D54741147}"/>
                </a:ext>
              </a:extLst>
            </p:cNvPr>
            <p:cNvSpPr txBox="1"/>
            <p:nvPr/>
          </p:nvSpPr>
          <p:spPr>
            <a:xfrm>
              <a:off x="909850" y="2752298"/>
              <a:ext cx="6357582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 panose="020F0502020204030204"/>
                  <a:cs typeface="Arial"/>
                </a:rPr>
                <a:t>Diversity of Vehicles &amp; Pedestrians [1] [2]</a:t>
              </a:r>
            </a:p>
          </p:txBody>
        </p:sp>
        <p:sp>
          <p:nvSpPr>
            <p:cNvPr id="65" name="Flowchart: Connector 64">
              <a:extLst>
                <a:ext uri="{FF2B5EF4-FFF2-40B4-BE49-F238E27FC236}">
                  <a16:creationId xmlns:a16="http://schemas.microsoft.com/office/drawing/2014/main" id="{85227401-470F-7F71-8D7E-B5D2CBC485B7}"/>
                </a:ext>
              </a:extLst>
            </p:cNvPr>
            <p:cNvSpPr/>
            <p:nvPr/>
          </p:nvSpPr>
          <p:spPr>
            <a:xfrm>
              <a:off x="1012208" y="2763671"/>
              <a:ext cx="361408" cy="360225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dirty="0">
                  <a:ea typeface="Calibri"/>
                  <a:cs typeface="Calibri"/>
                </a:rPr>
                <a:t>3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F42ADE1-9A0C-837D-7066-5E9967893A42}"/>
              </a:ext>
            </a:extLst>
          </p:cNvPr>
          <p:cNvGrpSpPr/>
          <p:nvPr/>
        </p:nvGrpSpPr>
        <p:grpSpPr>
          <a:xfrm>
            <a:off x="1438843" y="4743450"/>
            <a:ext cx="5845338" cy="369332"/>
            <a:chOff x="1483056" y="2563504"/>
            <a:chExt cx="5845338" cy="369332"/>
          </a:xfrm>
        </p:grpSpPr>
        <p:sp>
          <p:nvSpPr>
            <p:cNvPr id="67" name="Flowchart: Connector 66">
              <a:extLst>
                <a:ext uri="{FF2B5EF4-FFF2-40B4-BE49-F238E27FC236}">
                  <a16:creationId xmlns:a16="http://schemas.microsoft.com/office/drawing/2014/main" id="{5D641B4C-C5C9-182B-873C-3E34CE25FA19}"/>
                </a:ext>
              </a:extLst>
            </p:cNvPr>
            <p:cNvSpPr/>
            <p:nvPr/>
          </p:nvSpPr>
          <p:spPr>
            <a:xfrm>
              <a:off x="1699145" y="2654489"/>
              <a:ext cx="177875" cy="180530"/>
            </a:xfrm>
            <a:prstGeom prst="flowChartConnector">
              <a:avLst/>
            </a:prstGeom>
            <a:solidFill>
              <a:srgbClr val="002F56"/>
            </a:solidFill>
            <a:ln>
              <a:solidFill>
                <a:srgbClr val="002F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ea typeface="Calibri"/>
                <a:cs typeface="Calibri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75F1787-1FD2-BADE-932B-3BB57C34F2A6}"/>
                </a:ext>
              </a:extLst>
            </p:cNvPr>
            <p:cNvSpPr txBox="1"/>
            <p:nvPr/>
          </p:nvSpPr>
          <p:spPr>
            <a:xfrm>
              <a:off x="1483056" y="2563504"/>
              <a:ext cx="5845338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/>
                  <a:cs typeface="Arial"/>
                </a:rPr>
                <a:t>Less likely to follow traffic discipline</a:t>
              </a:r>
              <a:endParaRPr lang="en-US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0F13D36-CE3A-E395-CECE-FA06B2C8E21B}"/>
              </a:ext>
            </a:extLst>
          </p:cNvPr>
          <p:cNvGrpSpPr/>
          <p:nvPr/>
        </p:nvGrpSpPr>
        <p:grpSpPr>
          <a:xfrm>
            <a:off x="1438844" y="3435539"/>
            <a:ext cx="5845338" cy="369332"/>
            <a:chOff x="1483056" y="2563504"/>
            <a:chExt cx="5845338" cy="369332"/>
          </a:xfrm>
        </p:grpSpPr>
        <p:sp>
          <p:nvSpPr>
            <p:cNvPr id="70" name="Flowchart: Connector 69">
              <a:extLst>
                <a:ext uri="{FF2B5EF4-FFF2-40B4-BE49-F238E27FC236}">
                  <a16:creationId xmlns:a16="http://schemas.microsoft.com/office/drawing/2014/main" id="{0E84CF9E-6A7F-F30E-44B0-F6E277D02446}"/>
                </a:ext>
              </a:extLst>
            </p:cNvPr>
            <p:cNvSpPr/>
            <p:nvPr/>
          </p:nvSpPr>
          <p:spPr>
            <a:xfrm>
              <a:off x="1699145" y="2654489"/>
              <a:ext cx="177875" cy="180530"/>
            </a:xfrm>
            <a:prstGeom prst="flowChartConnector">
              <a:avLst/>
            </a:prstGeom>
            <a:solidFill>
              <a:srgbClr val="002F56"/>
            </a:solidFill>
            <a:ln>
              <a:solidFill>
                <a:srgbClr val="002F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ea typeface="Calibri"/>
                <a:cs typeface="Calibri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D9D4255-9EAF-8EEF-618C-CFF658E77937}"/>
                </a:ext>
              </a:extLst>
            </p:cNvPr>
            <p:cNvSpPr txBox="1"/>
            <p:nvPr/>
          </p:nvSpPr>
          <p:spPr>
            <a:xfrm>
              <a:off x="1483056" y="2563504"/>
              <a:ext cx="5845338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/>
                  <a:cs typeface="Arial"/>
                </a:rPr>
                <a:t>Narrow streets, lane-less roads [2]</a:t>
              </a:r>
              <a:endParaRPr lang="en-US" dirty="0"/>
            </a:p>
          </p:txBody>
        </p:sp>
      </p:grpSp>
      <p:sp>
        <p:nvSpPr>
          <p:cNvPr id="73" name="Text Placeholder 6">
            <a:extLst>
              <a:ext uri="{FF2B5EF4-FFF2-40B4-BE49-F238E27FC236}">
                <a16:creationId xmlns:a16="http://schemas.microsoft.com/office/drawing/2014/main" id="{3408AE8B-F67C-FB09-1A74-A4A4132EF4AF}"/>
              </a:ext>
            </a:extLst>
          </p:cNvPr>
          <p:cNvSpPr txBox="1">
            <a:spLocks/>
          </p:cNvSpPr>
          <p:nvPr/>
        </p:nvSpPr>
        <p:spPr>
          <a:xfrm>
            <a:off x="7019949" y="2709294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cap="all" dirty="0">
                <a:solidFill>
                  <a:srgbClr val="002F56"/>
                </a:solidFill>
                <a:latin typeface="Arial"/>
                <a:cs typeface="Arial"/>
              </a:rPr>
              <a:t>Where</a:t>
            </a:r>
            <a:endParaRPr lang="en-US" dirty="0"/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89439CE5-BB6F-A930-9FE2-89ECAAB762B1}"/>
              </a:ext>
            </a:extLst>
          </p:cNvPr>
          <p:cNvGrpSpPr/>
          <p:nvPr/>
        </p:nvGrpSpPr>
        <p:grpSpPr>
          <a:xfrm>
            <a:off x="7176447" y="3757683"/>
            <a:ext cx="5845338" cy="369332"/>
            <a:chOff x="1483056" y="2563504"/>
            <a:chExt cx="5845338" cy="369332"/>
          </a:xfrm>
        </p:grpSpPr>
        <p:sp>
          <p:nvSpPr>
            <p:cNvPr id="84" name="Flowchart: Connector 83">
              <a:extLst>
                <a:ext uri="{FF2B5EF4-FFF2-40B4-BE49-F238E27FC236}">
                  <a16:creationId xmlns:a16="http://schemas.microsoft.com/office/drawing/2014/main" id="{A5814320-A1D8-BE09-9E17-7EF1AAF33DDC}"/>
                </a:ext>
              </a:extLst>
            </p:cNvPr>
            <p:cNvSpPr/>
            <p:nvPr/>
          </p:nvSpPr>
          <p:spPr>
            <a:xfrm>
              <a:off x="1699145" y="2654489"/>
              <a:ext cx="177875" cy="180530"/>
            </a:xfrm>
            <a:prstGeom prst="flowChartConnector">
              <a:avLst/>
            </a:prstGeom>
            <a:solidFill>
              <a:srgbClr val="002F56"/>
            </a:solidFill>
            <a:ln>
              <a:solidFill>
                <a:srgbClr val="002F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ea typeface="Calibri"/>
                <a:cs typeface="Calibri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4A587A50-FB0F-067C-4624-9BE39009FD23}"/>
                </a:ext>
              </a:extLst>
            </p:cNvPr>
            <p:cNvSpPr txBox="1"/>
            <p:nvPr/>
          </p:nvSpPr>
          <p:spPr>
            <a:xfrm>
              <a:off x="1483056" y="2563504"/>
              <a:ext cx="5845338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/>
                  <a:cs typeface="Arial"/>
                </a:rPr>
                <a:t>India: Bangalore and Hyderabad [1]</a:t>
              </a:r>
              <a:endParaRPr lang="en-US" dirty="0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02BF11B0-2557-16A7-7705-A300787478AD}"/>
              </a:ext>
            </a:extLst>
          </p:cNvPr>
          <p:cNvGrpSpPr/>
          <p:nvPr/>
        </p:nvGrpSpPr>
        <p:grpSpPr>
          <a:xfrm>
            <a:off x="7176447" y="4155742"/>
            <a:ext cx="5845338" cy="369332"/>
            <a:chOff x="1483056" y="2563504"/>
            <a:chExt cx="5845338" cy="369332"/>
          </a:xfrm>
        </p:grpSpPr>
        <p:sp>
          <p:nvSpPr>
            <p:cNvPr id="96" name="Flowchart: Connector 95">
              <a:extLst>
                <a:ext uri="{FF2B5EF4-FFF2-40B4-BE49-F238E27FC236}">
                  <a16:creationId xmlns:a16="http://schemas.microsoft.com/office/drawing/2014/main" id="{C9F794C3-035D-A61F-97FC-5F7B92BE9AC9}"/>
                </a:ext>
              </a:extLst>
            </p:cNvPr>
            <p:cNvSpPr/>
            <p:nvPr/>
          </p:nvSpPr>
          <p:spPr>
            <a:xfrm>
              <a:off x="1699145" y="2654489"/>
              <a:ext cx="177875" cy="180530"/>
            </a:xfrm>
            <a:prstGeom prst="flowChartConnector">
              <a:avLst/>
            </a:prstGeom>
            <a:solidFill>
              <a:srgbClr val="002F56"/>
            </a:solidFill>
            <a:ln>
              <a:solidFill>
                <a:srgbClr val="002F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ea typeface="Calibri"/>
                <a:cs typeface="Calibri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AD9B4A2A-DA9C-7B3E-AA96-57DB66939A3E}"/>
                </a:ext>
              </a:extLst>
            </p:cNvPr>
            <p:cNvSpPr txBox="1"/>
            <p:nvPr/>
          </p:nvSpPr>
          <p:spPr>
            <a:xfrm>
              <a:off x="1483056" y="2563504"/>
              <a:ext cx="5845338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/>
                  <a:cs typeface="Arial"/>
                </a:rPr>
                <a:t>Bangladesh [2]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47884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5D69C-5723-11BA-6A4A-AC3F8CED8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7F7ADD-B04F-4185-1F18-CB0E324C0EC1}"/>
              </a:ext>
            </a:extLst>
          </p:cNvPr>
          <p:cNvSpPr/>
          <p:nvPr/>
        </p:nvSpPr>
        <p:spPr>
          <a:xfrm>
            <a:off x="4762" y="-4762"/>
            <a:ext cx="12180093" cy="917735"/>
          </a:xfrm>
          <a:prstGeom prst="rect">
            <a:avLst/>
          </a:prstGeom>
          <a:solidFill>
            <a:srgbClr val="002F56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4400" b="1">
                <a:latin typeface="Georgia"/>
              </a:rPr>
              <a:t>Premier University</a:t>
            </a:r>
            <a:endParaRPr lang="en-US" sz="4400" b="1">
              <a:latin typeface="Georgia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Minus Sign 8">
            <a:extLst>
              <a:ext uri="{FF2B5EF4-FFF2-40B4-BE49-F238E27FC236}">
                <a16:creationId xmlns:a16="http://schemas.microsoft.com/office/drawing/2014/main" id="{5849AF2F-4E75-394B-6B4D-7107F9B3491F}"/>
              </a:ext>
            </a:extLst>
          </p:cNvPr>
          <p:cNvSpPr/>
          <p:nvPr/>
        </p:nvSpPr>
        <p:spPr>
          <a:xfrm>
            <a:off x="-2185988" y="6286500"/>
            <a:ext cx="16546487" cy="917278"/>
          </a:xfrm>
          <a:prstGeom prst="mathMinus">
            <a:avLst/>
          </a:prstGeom>
          <a:solidFill>
            <a:srgbClr val="002F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5">
            <a:extLst>
              <a:ext uri="{FF2B5EF4-FFF2-40B4-BE49-F238E27FC236}">
                <a16:creationId xmlns:a16="http://schemas.microsoft.com/office/drawing/2014/main" id="{8C0F5032-973B-135B-FA2A-6A78B779A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0805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05BBB"/>
                </a:solidFill>
                <a:latin typeface="Georgia"/>
                <a:ea typeface="Calibri Light"/>
                <a:cs typeface="Calibri Light"/>
              </a:rPr>
              <a:t>South Asian Unstructured Environmental Focused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E2EDC56-6E4D-8DA1-171D-817700CC62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cap="all" dirty="0">
                <a:solidFill>
                  <a:srgbClr val="002F56"/>
                </a:solidFill>
                <a:latin typeface="Arial"/>
                <a:cs typeface="Arial"/>
              </a:rPr>
              <a:t>Proposed Approach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8E8033D-1497-09E1-25E2-883540446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z="1400" dirty="0">
                <a:latin typeface="Georgia"/>
              </a:rPr>
              <a:t>4</a:t>
            </a:fld>
            <a:endParaRPr lang="en-US" sz="1400">
              <a:latin typeface="Georgia"/>
            </a:endParaRPr>
          </a:p>
        </p:txBody>
      </p:sp>
      <p:sp>
        <p:nvSpPr>
          <p:cNvPr id="12" name="Minus Sign 11">
            <a:extLst>
              <a:ext uri="{FF2B5EF4-FFF2-40B4-BE49-F238E27FC236}">
                <a16:creationId xmlns:a16="http://schemas.microsoft.com/office/drawing/2014/main" id="{43014294-07EE-A61C-E5FD-202DCC128990}"/>
              </a:ext>
            </a:extLst>
          </p:cNvPr>
          <p:cNvSpPr/>
          <p:nvPr/>
        </p:nvSpPr>
        <p:spPr>
          <a:xfrm>
            <a:off x="3352800" y="1866900"/>
            <a:ext cx="5480026" cy="94624"/>
          </a:xfrm>
          <a:custGeom>
            <a:avLst/>
            <a:gdLst>
              <a:gd name="csX0" fmla="*/ 726377 w 5480026"/>
              <a:gd name="csY0" fmla="*/ 36184 h 94624"/>
              <a:gd name="csX1" fmla="*/ 1437862 w 5480026"/>
              <a:gd name="csY1" fmla="*/ 36184 h 94624"/>
              <a:gd name="csX2" fmla="*/ 1988256 w 5480026"/>
              <a:gd name="csY2" fmla="*/ 36184 h 94624"/>
              <a:gd name="csX3" fmla="*/ 2619195 w 5480026"/>
              <a:gd name="csY3" fmla="*/ 36184 h 94624"/>
              <a:gd name="csX4" fmla="*/ 3330680 w 5480026"/>
              <a:gd name="csY4" fmla="*/ 36184 h 94624"/>
              <a:gd name="csX5" fmla="*/ 3881073 w 5480026"/>
              <a:gd name="csY5" fmla="*/ 36184 h 94624"/>
              <a:gd name="csX6" fmla="*/ 4753649 w 5480026"/>
              <a:gd name="csY6" fmla="*/ 36184 h 94624"/>
              <a:gd name="csX7" fmla="*/ 4753649 w 5480026"/>
              <a:gd name="csY7" fmla="*/ 58440 h 94624"/>
              <a:gd name="csX8" fmla="*/ 4082437 w 5480026"/>
              <a:gd name="csY8" fmla="*/ 58440 h 94624"/>
              <a:gd name="csX9" fmla="*/ 3370952 w 5480026"/>
              <a:gd name="csY9" fmla="*/ 58440 h 94624"/>
              <a:gd name="csX10" fmla="*/ 2820558 w 5480026"/>
              <a:gd name="csY10" fmla="*/ 58440 h 94624"/>
              <a:gd name="csX11" fmla="*/ 2189619 w 5480026"/>
              <a:gd name="csY11" fmla="*/ 58440 h 94624"/>
              <a:gd name="csX12" fmla="*/ 1478134 w 5480026"/>
              <a:gd name="csY12" fmla="*/ 58440 h 94624"/>
              <a:gd name="csX13" fmla="*/ 726377 w 5480026"/>
              <a:gd name="csY13" fmla="*/ 58440 h 94624"/>
              <a:gd name="csX14" fmla="*/ 726377 w 5480026"/>
              <a:gd name="csY14" fmla="*/ 36184 h 94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480026" h="94624" fill="none" extrusionOk="0">
                <a:moveTo>
                  <a:pt x="726377" y="36184"/>
                </a:moveTo>
                <a:cubicBezTo>
                  <a:pt x="911788" y="19780"/>
                  <a:pt x="1237901" y="12608"/>
                  <a:pt x="1437862" y="36184"/>
                </a:cubicBezTo>
                <a:cubicBezTo>
                  <a:pt x="1637824" y="59760"/>
                  <a:pt x="1733256" y="18292"/>
                  <a:pt x="1988256" y="36184"/>
                </a:cubicBezTo>
                <a:cubicBezTo>
                  <a:pt x="2243256" y="54076"/>
                  <a:pt x="2405741" y="30484"/>
                  <a:pt x="2619195" y="36184"/>
                </a:cubicBezTo>
                <a:cubicBezTo>
                  <a:pt x="2832649" y="41884"/>
                  <a:pt x="3048700" y="28925"/>
                  <a:pt x="3330680" y="36184"/>
                </a:cubicBezTo>
                <a:cubicBezTo>
                  <a:pt x="3612660" y="43443"/>
                  <a:pt x="3719128" y="62328"/>
                  <a:pt x="3881073" y="36184"/>
                </a:cubicBezTo>
                <a:cubicBezTo>
                  <a:pt x="4043018" y="10040"/>
                  <a:pt x="4567695" y="-34"/>
                  <a:pt x="4753649" y="36184"/>
                </a:cubicBezTo>
                <a:cubicBezTo>
                  <a:pt x="4754423" y="41747"/>
                  <a:pt x="4753312" y="52707"/>
                  <a:pt x="4753649" y="58440"/>
                </a:cubicBezTo>
                <a:cubicBezTo>
                  <a:pt x="4579509" y="72312"/>
                  <a:pt x="4354978" y="61719"/>
                  <a:pt x="4082437" y="58440"/>
                </a:cubicBezTo>
                <a:cubicBezTo>
                  <a:pt x="3809896" y="55161"/>
                  <a:pt x="3631760" y="73307"/>
                  <a:pt x="3370952" y="58440"/>
                </a:cubicBezTo>
                <a:cubicBezTo>
                  <a:pt x="3110144" y="43573"/>
                  <a:pt x="2944482" y="50918"/>
                  <a:pt x="2820558" y="58440"/>
                </a:cubicBezTo>
                <a:cubicBezTo>
                  <a:pt x="2696634" y="65962"/>
                  <a:pt x="2328319" y="72580"/>
                  <a:pt x="2189619" y="58440"/>
                </a:cubicBezTo>
                <a:cubicBezTo>
                  <a:pt x="2050919" y="44300"/>
                  <a:pt x="1789139" y="89242"/>
                  <a:pt x="1478134" y="58440"/>
                </a:cubicBezTo>
                <a:cubicBezTo>
                  <a:pt x="1167130" y="27638"/>
                  <a:pt x="1012539" y="24602"/>
                  <a:pt x="726377" y="58440"/>
                </a:cubicBezTo>
                <a:cubicBezTo>
                  <a:pt x="726135" y="51783"/>
                  <a:pt x="726177" y="40942"/>
                  <a:pt x="726377" y="36184"/>
                </a:cubicBezTo>
                <a:close/>
              </a:path>
              <a:path w="5480026" h="94624" stroke="0" extrusionOk="0">
                <a:moveTo>
                  <a:pt x="726377" y="36184"/>
                </a:moveTo>
                <a:cubicBezTo>
                  <a:pt x="1011518" y="72599"/>
                  <a:pt x="1112442" y="36627"/>
                  <a:pt x="1478134" y="36184"/>
                </a:cubicBezTo>
                <a:cubicBezTo>
                  <a:pt x="1843826" y="35741"/>
                  <a:pt x="1927524" y="62916"/>
                  <a:pt x="2109074" y="36184"/>
                </a:cubicBezTo>
                <a:cubicBezTo>
                  <a:pt x="2290624" y="9452"/>
                  <a:pt x="2442027" y="33053"/>
                  <a:pt x="2659468" y="36184"/>
                </a:cubicBezTo>
                <a:cubicBezTo>
                  <a:pt x="2876909" y="39315"/>
                  <a:pt x="3110458" y="2855"/>
                  <a:pt x="3330680" y="36184"/>
                </a:cubicBezTo>
                <a:cubicBezTo>
                  <a:pt x="3550902" y="69513"/>
                  <a:pt x="3862724" y="21092"/>
                  <a:pt x="4001892" y="36184"/>
                </a:cubicBezTo>
                <a:cubicBezTo>
                  <a:pt x="4141060" y="51276"/>
                  <a:pt x="4393809" y="54627"/>
                  <a:pt x="4753649" y="36184"/>
                </a:cubicBezTo>
                <a:cubicBezTo>
                  <a:pt x="4754416" y="42385"/>
                  <a:pt x="4752648" y="50668"/>
                  <a:pt x="4753649" y="58440"/>
                </a:cubicBezTo>
                <a:cubicBezTo>
                  <a:pt x="4557853" y="58442"/>
                  <a:pt x="4272190" y="45819"/>
                  <a:pt x="4082437" y="58440"/>
                </a:cubicBezTo>
                <a:cubicBezTo>
                  <a:pt x="3892684" y="71061"/>
                  <a:pt x="3770225" y="75327"/>
                  <a:pt x="3532043" y="58440"/>
                </a:cubicBezTo>
                <a:cubicBezTo>
                  <a:pt x="3293861" y="41553"/>
                  <a:pt x="3083764" y="42032"/>
                  <a:pt x="2860831" y="58440"/>
                </a:cubicBezTo>
                <a:cubicBezTo>
                  <a:pt x="2637898" y="74848"/>
                  <a:pt x="2444006" y="81015"/>
                  <a:pt x="2149346" y="58440"/>
                </a:cubicBezTo>
                <a:cubicBezTo>
                  <a:pt x="1854687" y="35865"/>
                  <a:pt x="1639028" y="68151"/>
                  <a:pt x="1397589" y="58440"/>
                </a:cubicBezTo>
                <a:cubicBezTo>
                  <a:pt x="1156150" y="48729"/>
                  <a:pt x="896383" y="28851"/>
                  <a:pt x="726377" y="58440"/>
                </a:cubicBezTo>
                <a:cubicBezTo>
                  <a:pt x="725675" y="49926"/>
                  <a:pt x="726826" y="45865"/>
                  <a:pt x="726377" y="36184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989574929">
                  <a:prstGeom prst="mathMinus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4C1456E-DDD3-01BB-9FF4-139BE9A747F1}"/>
              </a:ext>
            </a:extLst>
          </p:cNvPr>
          <p:cNvGrpSpPr/>
          <p:nvPr/>
        </p:nvGrpSpPr>
        <p:grpSpPr>
          <a:xfrm>
            <a:off x="1097650" y="2646243"/>
            <a:ext cx="6357582" cy="384932"/>
            <a:chOff x="909850" y="2752298"/>
            <a:chExt cx="6357582" cy="3849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FA76A09-852C-1AC9-C150-092501A88079}"/>
                </a:ext>
              </a:extLst>
            </p:cNvPr>
            <p:cNvSpPr txBox="1"/>
            <p:nvPr/>
          </p:nvSpPr>
          <p:spPr>
            <a:xfrm>
              <a:off x="909850" y="2752298"/>
              <a:ext cx="6357582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/>
                  <a:cs typeface="Arial"/>
                </a:rPr>
                <a:t>Drivable and Non-drivable Fallbacks [1]</a:t>
              </a:r>
              <a:endParaRPr lang="en-US" dirty="0"/>
            </a:p>
          </p:txBody>
        </p:sp>
        <p:sp>
          <p:nvSpPr>
            <p:cNvPr id="23" name="Flowchart: Connector 22">
              <a:extLst>
                <a:ext uri="{FF2B5EF4-FFF2-40B4-BE49-F238E27FC236}">
                  <a16:creationId xmlns:a16="http://schemas.microsoft.com/office/drawing/2014/main" id="{FEDB71B8-53AD-D72C-3C66-26D432BF2864}"/>
                </a:ext>
              </a:extLst>
            </p:cNvPr>
            <p:cNvSpPr/>
            <p:nvPr/>
          </p:nvSpPr>
          <p:spPr>
            <a:xfrm>
              <a:off x="1012208" y="2763671"/>
              <a:ext cx="361408" cy="373559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>
                  <a:ea typeface="Calibri"/>
                  <a:cs typeface="Calibri"/>
                </a:rPr>
                <a:t>1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EB80D67-5F87-835A-4AB6-E5C0D5E3F5AA}"/>
              </a:ext>
            </a:extLst>
          </p:cNvPr>
          <p:cNvGrpSpPr/>
          <p:nvPr/>
        </p:nvGrpSpPr>
        <p:grpSpPr>
          <a:xfrm>
            <a:off x="1438844" y="3037480"/>
            <a:ext cx="5845338" cy="369332"/>
            <a:chOff x="1483056" y="2563504"/>
            <a:chExt cx="5845338" cy="369332"/>
          </a:xfrm>
        </p:grpSpPr>
        <p:sp>
          <p:nvSpPr>
            <p:cNvPr id="34" name="Flowchart: Connector 33">
              <a:extLst>
                <a:ext uri="{FF2B5EF4-FFF2-40B4-BE49-F238E27FC236}">
                  <a16:creationId xmlns:a16="http://schemas.microsoft.com/office/drawing/2014/main" id="{BE2283ED-DC66-C041-E1AF-973C9397810E}"/>
                </a:ext>
              </a:extLst>
            </p:cNvPr>
            <p:cNvSpPr/>
            <p:nvPr/>
          </p:nvSpPr>
          <p:spPr>
            <a:xfrm>
              <a:off x="1699145" y="2654489"/>
              <a:ext cx="177875" cy="180530"/>
            </a:xfrm>
            <a:prstGeom prst="flowChartConnector">
              <a:avLst/>
            </a:prstGeom>
            <a:solidFill>
              <a:srgbClr val="002F56"/>
            </a:solidFill>
            <a:ln>
              <a:solidFill>
                <a:srgbClr val="002F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ea typeface="Calibri"/>
                <a:cs typeface="Calibri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CC3D402-4210-9874-FF42-25A196DB4F2C}"/>
                </a:ext>
              </a:extLst>
            </p:cNvPr>
            <p:cNvSpPr txBox="1"/>
            <p:nvPr/>
          </p:nvSpPr>
          <p:spPr>
            <a:xfrm>
              <a:off x="1483056" y="2563504"/>
              <a:ext cx="5845338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/>
                  <a:cs typeface="Arial"/>
                </a:rPr>
                <a:t>Introduce a four-level hierarchy</a:t>
              </a:r>
              <a:endParaRPr lang="en-US" dirty="0"/>
            </a:p>
          </p:txBody>
        </p:sp>
      </p:grpSp>
      <p:sp>
        <p:nvSpPr>
          <p:cNvPr id="4" name="Dashed Line Arrow" descr="Dashed Line Arrow">
            <a:extLst>
              <a:ext uri="{FF2B5EF4-FFF2-40B4-BE49-F238E27FC236}">
                <a16:creationId xmlns:a16="http://schemas.microsoft.com/office/drawing/2014/main" id="{E873E985-B3C9-215E-6F27-8D19824931C2}"/>
              </a:ext>
            </a:extLst>
          </p:cNvPr>
          <p:cNvSpPr/>
          <p:nvPr/>
        </p:nvSpPr>
        <p:spPr>
          <a:xfrm rot="16200000" flipV="1">
            <a:off x="5034967" y="2707737"/>
            <a:ext cx="1399130" cy="1663105"/>
          </a:xfrm>
          <a:prstGeom prst="arc">
            <a:avLst/>
          </a:prstGeom>
          <a:ln w="20320">
            <a:solidFill>
              <a:schemeClr val="tx2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Arial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7A1491-E41A-37C8-F1F3-8A30F36FA6BD}"/>
              </a:ext>
            </a:extLst>
          </p:cNvPr>
          <p:cNvSpPr txBox="1"/>
          <p:nvPr/>
        </p:nvSpPr>
        <p:spPr>
          <a:xfrm>
            <a:off x="6580488" y="3117506"/>
            <a:ext cx="293472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ea typeface="Calibri"/>
                <a:cs typeface="Calibri"/>
              </a:rPr>
              <a:t>What does it offer?</a:t>
            </a:r>
            <a:endParaRPr lang="en-US" dirty="0">
              <a:latin typeface="Arial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5173E8-224E-BD0E-B030-FFA130E1F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975" y="3748088"/>
            <a:ext cx="9525000" cy="180022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A13E184-506B-6FAC-6D45-A0647F3519D9}"/>
              </a:ext>
            </a:extLst>
          </p:cNvPr>
          <p:cNvGrpSpPr/>
          <p:nvPr/>
        </p:nvGrpSpPr>
        <p:grpSpPr>
          <a:xfrm>
            <a:off x="1356465" y="5735372"/>
            <a:ext cx="6555851" cy="369332"/>
            <a:chOff x="1483056" y="2563504"/>
            <a:chExt cx="6555851" cy="369332"/>
          </a:xfrm>
        </p:grpSpPr>
        <p:sp>
          <p:nvSpPr>
            <p:cNvPr id="13" name="Flowchart: Connector 12">
              <a:extLst>
                <a:ext uri="{FF2B5EF4-FFF2-40B4-BE49-F238E27FC236}">
                  <a16:creationId xmlns:a16="http://schemas.microsoft.com/office/drawing/2014/main" id="{1E140AF7-6981-6ADD-D160-24BA3CF161D2}"/>
                </a:ext>
              </a:extLst>
            </p:cNvPr>
            <p:cNvSpPr/>
            <p:nvPr/>
          </p:nvSpPr>
          <p:spPr>
            <a:xfrm>
              <a:off x="1699145" y="2654489"/>
              <a:ext cx="177875" cy="180530"/>
            </a:xfrm>
            <a:prstGeom prst="flowChartConnector">
              <a:avLst/>
            </a:prstGeom>
            <a:solidFill>
              <a:srgbClr val="002F56"/>
            </a:solidFill>
            <a:ln>
              <a:solidFill>
                <a:srgbClr val="002F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ea typeface="Calibri"/>
                <a:cs typeface="Calibri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FFD66EA-EE41-118F-CA50-A3D373EE0318}"/>
                </a:ext>
              </a:extLst>
            </p:cNvPr>
            <p:cNvSpPr txBox="1"/>
            <p:nvPr/>
          </p:nvSpPr>
          <p:spPr>
            <a:xfrm>
              <a:off x="1483056" y="2563504"/>
              <a:ext cx="6555851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/>
                  <a:cs typeface="Arial"/>
                </a:rPr>
                <a:t>Benchmarks on semantic and instance segmentation </a:t>
              </a:r>
            </a:p>
          </p:txBody>
        </p:sp>
      </p:grpSp>
      <p:sp>
        <p:nvSpPr>
          <p:cNvPr id="16" name="Dashed Line Arrow" descr="Dashed Line Arrow">
            <a:extLst>
              <a:ext uri="{FF2B5EF4-FFF2-40B4-BE49-F238E27FC236}">
                <a16:creationId xmlns:a16="http://schemas.microsoft.com/office/drawing/2014/main" id="{6E0A08C9-0F92-45FE-45A8-8A0A4E97209A}"/>
              </a:ext>
            </a:extLst>
          </p:cNvPr>
          <p:cNvSpPr/>
          <p:nvPr/>
        </p:nvSpPr>
        <p:spPr>
          <a:xfrm rot="12600000" flipV="1">
            <a:off x="5635042" y="2326736"/>
            <a:ext cx="1399130" cy="1663105"/>
          </a:xfrm>
          <a:prstGeom prst="arc">
            <a:avLst/>
          </a:prstGeom>
          <a:ln w="20320">
            <a:solidFill>
              <a:schemeClr val="tx2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Arial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C93850-DD0F-8932-6C92-AEB5A1F816D1}"/>
              </a:ext>
            </a:extLst>
          </p:cNvPr>
          <p:cNvSpPr txBox="1"/>
          <p:nvPr/>
        </p:nvSpPr>
        <p:spPr>
          <a:xfrm>
            <a:off x="6742412" y="2269781"/>
            <a:ext cx="365481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ea typeface="Calibri"/>
                <a:cs typeface="Calibri"/>
              </a:rPr>
              <a:t>Focuses on solving ambiguous road boundaries</a:t>
            </a:r>
          </a:p>
        </p:txBody>
      </p:sp>
    </p:spTree>
    <p:extLst>
      <p:ext uri="{BB962C8B-B14F-4D97-AF65-F5344CB8AC3E}">
        <p14:creationId xmlns:p14="http://schemas.microsoft.com/office/powerpoint/2010/main" val="3390191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F972F-A249-224A-8FA8-5826B1C6B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F7B34F2-6139-8407-38BA-5AE336FC0D7C}"/>
              </a:ext>
            </a:extLst>
          </p:cNvPr>
          <p:cNvSpPr/>
          <p:nvPr/>
        </p:nvSpPr>
        <p:spPr>
          <a:xfrm>
            <a:off x="4762" y="-4762"/>
            <a:ext cx="12180093" cy="917735"/>
          </a:xfrm>
          <a:prstGeom prst="rect">
            <a:avLst/>
          </a:prstGeom>
          <a:solidFill>
            <a:srgbClr val="002F56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4400" b="1">
                <a:latin typeface="Georgia"/>
              </a:rPr>
              <a:t>Premier University</a:t>
            </a:r>
            <a:endParaRPr lang="en-US" sz="4400" b="1">
              <a:latin typeface="Georgia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Minus Sign 8">
            <a:extLst>
              <a:ext uri="{FF2B5EF4-FFF2-40B4-BE49-F238E27FC236}">
                <a16:creationId xmlns:a16="http://schemas.microsoft.com/office/drawing/2014/main" id="{C739FD6B-5610-92AF-6731-C8BA8A612AD0}"/>
              </a:ext>
            </a:extLst>
          </p:cNvPr>
          <p:cNvSpPr/>
          <p:nvPr/>
        </p:nvSpPr>
        <p:spPr>
          <a:xfrm>
            <a:off x="-2185988" y="6286500"/>
            <a:ext cx="16546487" cy="917278"/>
          </a:xfrm>
          <a:prstGeom prst="mathMinus">
            <a:avLst/>
          </a:prstGeom>
          <a:solidFill>
            <a:srgbClr val="002F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1705A26-88BC-8A13-7BD2-6609F6893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z="1400" dirty="0">
                <a:latin typeface="Georgia"/>
              </a:rPr>
              <a:t>5</a:t>
            </a:fld>
            <a:endParaRPr lang="en-US" sz="1400">
              <a:latin typeface="Georgia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3715DB5-24B5-6D88-01CD-C49DD13F99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26"/>
          <a:stretch>
            <a:fillRect/>
          </a:stretch>
        </p:blipFill>
        <p:spPr>
          <a:xfrm>
            <a:off x="409575" y="1281113"/>
            <a:ext cx="11372850" cy="506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446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1C7DC-ACE9-44A1-29D5-47583B51B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8E5CFA2-3F91-28B8-EC8D-F54AAD722AE9}"/>
              </a:ext>
            </a:extLst>
          </p:cNvPr>
          <p:cNvSpPr/>
          <p:nvPr/>
        </p:nvSpPr>
        <p:spPr>
          <a:xfrm>
            <a:off x="4762" y="-4762"/>
            <a:ext cx="12180093" cy="917735"/>
          </a:xfrm>
          <a:prstGeom prst="rect">
            <a:avLst/>
          </a:prstGeom>
          <a:solidFill>
            <a:srgbClr val="002F56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4400" b="1">
                <a:latin typeface="Georgia"/>
              </a:rPr>
              <a:t>Premier University</a:t>
            </a:r>
            <a:endParaRPr lang="en-US" sz="4400" b="1">
              <a:latin typeface="Georgia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Minus Sign 8">
            <a:extLst>
              <a:ext uri="{FF2B5EF4-FFF2-40B4-BE49-F238E27FC236}">
                <a16:creationId xmlns:a16="http://schemas.microsoft.com/office/drawing/2014/main" id="{D1863FA3-86D8-02A9-3A5A-6D110930D730}"/>
              </a:ext>
            </a:extLst>
          </p:cNvPr>
          <p:cNvSpPr/>
          <p:nvPr/>
        </p:nvSpPr>
        <p:spPr>
          <a:xfrm>
            <a:off x="-2185988" y="6286500"/>
            <a:ext cx="16546487" cy="917278"/>
          </a:xfrm>
          <a:prstGeom prst="mathMinus">
            <a:avLst/>
          </a:prstGeom>
          <a:solidFill>
            <a:srgbClr val="002F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5">
            <a:extLst>
              <a:ext uri="{FF2B5EF4-FFF2-40B4-BE49-F238E27FC236}">
                <a16:creationId xmlns:a16="http://schemas.microsoft.com/office/drawing/2014/main" id="{4894CD5F-C3FE-1FC4-1B17-4C47CB44B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0805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05BBB"/>
                </a:solidFill>
                <a:latin typeface="Georgia"/>
                <a:ea typeface="Calibri Light"/>
                <a:cs typeface="Calibri Light"/>
              </a:rPr>
              <a:t>Real Time Driving Safety &amp; Behavior Analysis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895AD4C-9671-71B1-27CA-9FD05137E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cap="all" dirty="0">
                <a:solidFill>
                  <a:srgbClr val="002F56"/>
                </a:solidFill>
                <a:latin typeface="Arial"/>
                <a:cs typeface="Arial"/>
              </a:rPr>
              <a:t>The problem: safety gap in adas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BD61106-3912-76EC-E449-D55A064E0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z="1400" dirty="0">
                <a:latin typeface="Georgia"/>
              </a:rPr>
              <a:t>6</a:t>
            </a:fld>
            <a:endParaRPr lang="en-US" sz="1400">
              <a:latin typeface="Georgia"/>
            </a:endParaRPr>
          </a:p>
        </p:txBody>
      </p:sp>
      <p:sp>
        <p:nvSpPr>
          <p:cNvPr id="12" name="Minus Sign 11">
            <a:extLst>
              <a:ext uri="{FF2B5EF4-FFF2-40B4-BE49-F238E27FC236}">
                <a16:creationId xmlns:a16="http://schemas.microsoft.com/office/drawing/2014/main" id="{3E5C7009-37D0-1DE7-FE61-EBB8B96E4F8C}"/>
              </a:ext>
            </a:extLst>
          </p:cNvPr>
          <p:cNvSpPr/>
          <p:nvPr/>
        </p:nvSpPr>
        <p:spPr>
          <a:xfrm>
            <a:off x="3352800" y="1866900"/>
            <a:ext cx="5480026" cy="94624"/>
          </a:xfrm>
          <a:custGeom>
            <a:avLst/>
            <a:gdLst>
              <a:gd name="csX0" fmla="*/ 726377 w 5480026"/>
              <a:gd name="csY0" fmla="*/ 36184 h 94624"/>
              <a:gd name="csX1" fmla="*/ 1437862 w 5480026"/>
              <a:gd name="csY1" fmla="*/ 36184 h 94624"/>
              <a:gd name="csX2" fmla="*/ 1988256 w 5480026"/>
              <a:gd name="csY2" fmla="*/ 36184 h 94624"/>
              <a:gd name="csX3" fmla="*/ 2619195 w 5480026"/>
              <a:gd name="csY3" fmla="*/ 36184 h 94624"/>
              <a:gd name="csX4" fmla="*/ 3330680 w 5480026"/>
              <a:gd name="csY4" fmla="*/ 36184 h 94624"/>
              <a:gd name="csX5" fmla="*/ 3881073 w 5480026"/>
              <a:gd name="csY5" fmla="*/ 36184 h 94624"/>
              <a:gd name="csX6" fmla="*/ 4753649 w 5480026"/>
              <a:gd name="csY6" fmla="*/ 36184 h 94624"/>
              <a:gd name="csX7" fmla="*/ 4753649 w 5480026"/>
              <a:gd name="csY7" fmla="*/ 58440 h 94624"/>
              <a:gd name="csX8" fmla="*/ 4082437 w 5480026"/>
              <a:gd name="csY8" fmla="*/ 58440 h 94624"/>
              <a:gd name="csX9" fmla="*/ 3370952 w 5480026"/>
              <a:gd name="csY9" fmla="*/ 58440 h 94624"/>
              <a:gd name="csX10" fmla="*/ 2820558 w 5480026"/>
              <a:gd name="csY10" fmla="*/ 58440 h 94624"/>
              <a:gd name="csX11" fmla="*/ 2189619 w 5480026"/>
              <a:gd name="csY11" fmla="*/ 58440 h 94624"/>
              <a:gd name="csX12" fmla="*/ 1478134 w 5480026"/>
              <a:gd name="csY12" fmla="*/ 58440 h 94624"/>
              <a:gd name="csX13" fmla="*/ 726377 w 5480026"/>
              <a:gd name="csY13" fmla="*/ 58440 h 94624"/>
              <a:gd name="csX14" fmla="*/ 726377 w 5480026"/>
              <a:gd name="csY14" fmla="*/ 36184 h 94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480026" h="94624" fill="none" extrusionOk="0">
                <a:moveTo>
                  <a:pt x="726377" y="36184"/>
                </a:moveTo>
                <a:cubicBezTo>
                  <a:pt x="911788" y="19780"/>
                  <a:pt x="1237901" y="12608"/>
                  <a:pt x="1437862" y="36184"/>
                </a:cubicBezTo>
                <a:cubicBezTo>
                  <a:pt x="1637824" y="59760"/>
                  <a:pt x="1733256" y="18292"/>
                  <a:pt x="1988256" y="36184"/>
                </a:cubicBezTo>
                <a:cubicBezTo>
                  <a:pt x="2243256" y="54076"/>
                  <a:pt x="2405741" y="30484"/>
                  <a:pt x="2619195" y="36184"/>
                </a:cubicBezTo>
                <a:cubicBezTo>
                  <a:pt x="2832649" y="41884"/>
                  <a:pt x="3048700" y="28925"/>
                  <a:pt x="3330680" y="36184"/>
                </a:cubicBezTo>
                <a:cubicBezTo>
                  <a:pt x="3612660" y="43443"/>
                  <a:pt x="3719128" y="62328"/>
                  <a:pt x="3881073" y="36184"/>
                </a:cubicBezTo>
                <a:cubicBezTo>
                  <a:pt x="4043018" y="10040"/>
                  <a:pt x="4567695" y="-34"/>
                  <a:pt x="4753649" y="36184"/>
                </a:cubicBezTo>
                <a:cubicBezTo>
                  <a:pt x="4754423" y="41747"/>
                  <a:pt x="4753312" y="52707"/>
                  <a:pt x="4753649" y="58440"/>
                </a:cubicBezTo>
                <a:cubicBezTo>
                  <a:pt x="4579509" y="72312"/>
                  <a:pt x="4354978" y="61719"/>
                  <a:pt x="4082437" y="58440"/>
                </a:cubicBezTo>
                <a:cubicBezTo>
                  <a:pt x="3809896" y="55161"/>
                  <a:pt x="3631760" y="73307"/>
                  <a:pt x="3370952" y="58440"/>
                </a:cubicBezTo>
                <a:cubicBezTo>
                  <a:pt x="3110144" y="43573"/>
                  <a:pt x="2944482" y="50918"/>
                  <a:pt x="2820558" y="58440"/>
                </a:cubicBezTo>
                <a:cubicBezTo>
                  <a:pt x="2696634" y="65962"/>
                  <a:pt x="2328319" y="72580"/>
                  <a:pt x="2189619" y="58440"/>
                </a:cubicBezTo>
                <a:cubicBezTo>
                  <a:pt x="2050919" y="44300"/>
                  <a:pt x="1789139" y="89242"/>
                  <a:pt x="1478134" y="58440"/>
                </a:cubicBezTo>
                <a:cubicBezTo>
                  <a:pt x="1167130" y="27638"/>
                  <a:pt x="1012539" y="24602"/>
                  <a:pt x="726377" y="58440"/>
                </a:cubicBezTo>
                <a:cubicBezTo>
                  <a:pt x="726135" y="51783"/>
                  <a:pt x="726177" y="40942"/>
                  <a:pt x="726377" y="36184"/>
                </a:cubicBezTo>
                <a:close/>
              </a:path>
              <a:path w="5480026" h="94624" stroke="0" extrusionOk="0">
                <a:moveTo>
                  <a:pt x="726377" y="36184"/>
                </a:moveTo>
                <a:cubicBezTo>
                  <a:pt x="1011518" y="72599"/>
                  <a:pt x="1112442" y="36627"/>
                  <a:pt x="1478134" y="36184"/>
                </a:cubicBezTo>
                <a:cubicBezTo>
                  <a:pt x="1843826" y="35741"/>
                  <a:pt x="1927524" y="62916"/>
                  <a:pt x="2109074" y="36184"/>
                </a:cubicBezTo>
                <a:cubicBezTo>
                  <a:pt x="2290624" y="9452"/>
                  <a:pt x="2442027" y="33053"/>
                  <a:pt x="2659468" y="36184"/>
                </a:cubicBezTo>
                <a:cubicBezTo>
                  <a:pt x="2876909" y="39315"/>
                  <a:pt x="3110458" y="2855"/>
                  <a:pt x="3330680" y="36184"/>
                </a:cubicBezTo>
                <a:cubicBezTo>
                  <a:pt x="3550902" y="69513"/>
                  <a:pt x="3862724" y="21092"/>
                  <a:pt x="4001892" y="36184"/>
                </a:cubicBezTo>
                <a:cubicBezTo>
                  <a:pt x="4141060" y="51276"/>
                  <a:pt x="4393809" y="54627"/>
                  <a:pt x="4753649" y="36184"/>
                </a:cubicBezTo>
                <a:cubicBezTo>
                  <a:pt x="4754416" y="42385"/>
                  <a:pt x="4752648" y="50668"/>
                  <a:pt x="4753649" y="58440"/>
                </a:cubicBezTo>
                <a:cubicBezTo>
                  <a:pt x="4557853" y="58442"/>
                  <a:pt x="4272190" y="45819"/>
                  <a:pt x="4082437" y="58440"/>
                </a:cubicBezTo>
                <a:cubicBezTo>
                  <a:pt x="3892684" y="71061"/>
                  <a:pt x="3770225" y="75327"/>
                  <a:pt x="3532043" y="58440"/>
                </a:cubicBezTo>
                <a:cubicBezTo>
                  <a:pt x="3293861" y="41553"/>
                  <a:pt x="3083764" y="42032"/>
                  <a:pt x="2860831" y="58440"/>
                </a:cubicBezTo>
                <a:cubicBezTo>
                  <a:pt x="2637898" y="74848"/>
                  <a:pt x="2444006" y="81015"/>
                  <a:pt x="2149346" y="58440"/>
                </a:cubicBezTo>
                <a:cubicBezTo>
                  <a:pt x="1854687" y="35865"/>
                  <a:pt x="1639028" y="68151"/>
                  <a:pt x="1397589" y="58440"/>
                </a:cubicBezTo>
                <a:cubicBezTo>
                  <a:pt x="1156150" y="48729"/>
                  <a:pt x="896383" y="28851"/>
                  <a:pt x="726377" y="58440"/>
                </a:cubicBezTo>
                <a:cubicBezTo>
                  <a:pt x="725675" y="49926"/>
                  <a:pt x="726826" y="45865"/>
                  <a:pt x="726377" y="36184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989574929">
                  <a:prstGeom prst="mathMinus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15FAB87-D22F-167A-8E92-C55B29D85943}"/>
              </a:ext>
            </a:extLst>
          </p:cNvPr>
          <p:cNvGrpSpPr/>
          <p:nvPr/>
        </p:nvGrpSpPr>
        <p:grpSpPr>
          <a:xfrm>
            <a:off x="1097650" y="2646243"/>
            <a:ext cx="6357582" cy="379217"/>
            <a:chOff x="909850" y="2752298"/>
            <a:chExt cx="6357582" cy="37921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C113088-C1B4-BF36-3F07-08615A09DDFF}"/>
                </a:ext>
              </a:extLst>
            </p:cNvPr>
            <p:cNvSpPr txBox="1"/>
            <p:nvPr/>
          </p:nvSpPr>
          <p:spPr>
            <a:xfrm>
              <a:off x="909850" y="2752298"/>
              <a:ext cx="6357582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/>
                  <a:cs typeface="Arial"/>
                </a:rPr>
                <a:t>Crashes and Accidents</a:t>
              </a:r>
              <a:endParaRPr lang="en-US" dirty="0"/>
            </a:p>
          </p:txBody>
        </p:sp>
        <p:sp>
          <p:nvSpPr>
            <p:cNvPr id="23" name="Flowchart: Connector 22">
              <a:extLst>
                <a:ext uri="{FF2B5EF4-FFF2-40B4-BE49-F238E27FC236}">
                  <a16:creationId xmlns:a16="http://schemas.microsoft.com/office/drawing/2014/main" id="{E25D92A5-FDA4-CF95-7803-2234EB7EB1B5}"/>
                </a:ext>
              </a:extLst>
            </p:cNvPr>
            <p:cNvSpPr/>
            <p:nvPr/>
          </p:nvSpPr>
          <p:spPr>
            <a:xfrm>
              <a:off x="1012208" y="2763671"/>
              <a:ext cx="361408" cy="367844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>
                  <a:ea typeface="Calibri"/>
                  <a:cs typeface="Calibri"/>
                </a:rPr>
                <a:t>1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5AA1E6F-F579-9C15-E2AE-C58EA4698C32}"/>
              </a:ext>
            </a:extLst>
          </p:cNvPr>
          <p:cNvGrpSpPr/>
          <p:nvPr/>
        </p:nvGrpSpPr>
        <p:grpSpPr>
          <a:xfrm>
            <a:off x="1438844" y="3027955"/>
            <a:ext cx="7388388" cy="369332"/>
            <a:chOff x="1483056" y="2553979"/>
            <a:chExt cx="7388388" cy="369332"/>
          </a:xfrm>
        </p:grpSpPr>
        <p:sp>
          <p:nvSpPr>
            <p:cNvPr id="34" name="Flowchart: Connector 33">
              <a:extLst>
                <a:ext uri="{FF2B5EF4-FFF2-40B4-BE49-F238E27FC236}">
                  <a16:creationId xmlns:a16="http://schemas.microsoft.com/office/drawing/2014/main" id="{CF4583A2-892C-5875-D645-3A095C4EC922}"/>
                </a:ext>
              </a:extLst>
            </p:cNvPr>
            <p:cNvSpPr/>
            <p:nvPr/>
          </p:nvSpPr>
          <p:spPr>
            <a:xfrm>
              <a:off x="1699145" y="2654489"/>
              <a:ext cx="177875" cy="180530"/>
            </a:xfrm>
            <a:prstGeom prst="flowChartConnector">
              <a:avLst/>
            </a:prstGeom>
            <a:solidFill>
              <a:srgbClr val="002F56"/>
            </a:solidFill>
            <a:ln>
              <a:solidFill>
                <a:srgbClr val="002F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ea typeface="Calibri"/>
                <a:cs typeface="Calibri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529AF76-C33F-1C23-FC29-FCCCC7AC8145}"/>
                </a:ext>
              </a:extLst>
            </p:cNvPr>
            <p:cNvSpPr txBox="1"/>
            <p:nvPr/>
          </p:nvSpPr>
          <p:spPr>
            <a:xfrm>
              <a:off x="1483056" y="2553979"/>
              <a:ext cx="7388388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/>
                  <a:cs typeface="Arial"/>
                </a:rPr>
                <a:t>Improper lane changes contribute to 4-10% crashes [3]</a:t>
              </a:r>
              <a:endParaRPr lang="en-US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CB66B19-AE88-DA27-F1B6-38B3DECE4D4D}"/>
              </a:ext>
            </a:extLst>
          </p:cNvPr>
          <p:cNvGrpSpPr/>
          <p:nvPr/>
        </p:nvGrpSpPr>
        <p:grpSpPr>
          <a:xfrm>
            <a:off x="1438844" y="3426014"/>
            <a:ext cx="6959763" cy="369332"/>
            <a:chOff x="1483056" y="2553979"/>
            <a:chExt cx="6959763" cy="369332"/>
          </a:xfrm>
        </p:grpSpPr>
        <p:sp>
          <p:nvSpPr>
            <p:cNvPr id="70" name="Flowchart: Connector 69">
              <a:extLst>
                <a:ext uri="{FF2B5EF4-FFF2-40B4-BE49-F238E27FC236}">
                  <a16:creationId xmlns:a16="http://schemas.microsoft.com/office/drawing/2014/main" id="{18CE3449-8F18-E5C9-4403-1CBA5876C83C}"/>
                </a:ext>
              </a:extLst>
            </p:cNvPr>
            <p:cNvSpPr/>
            <p:nvPr/>
          </p:nvSpPr>
          <p:spPr>
            <a:xfrm>
              <a:off x="1699145" y="2654489"/>
              <a:ext cx="177875" cy="180530"/>
            </a:xfrm>
            <a:prstGeom prst="flowChartConnector">
              <a:avLst/>
            </a:prstGeom>
            <a:solidFill>
              <a:srgbClr val="002F56"/>
            </a:solidFill>
            <a:ln>
              <a:solidFill>
                <a:srgbClr val="002F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ea typeface="Calibri"/>
                <a:cs typeface="Calibri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B581F09-C81B-CD81-600B-7D615071EC9A}"/>
                </a:ext>
              </a:extLst>
            </p:cNvPr>
            <p:cNvSpPr txBox="1"/>
            <p:nvPr/>
          </p:nvSpPr>
          <p:spPr>
            <a:xfrm>
              <a:off x="1483056" y="2553979"/>
              <a:ext cx="6959763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/>
                  <a:cs typeface="Arial"/>
                </a:rPr>
                <a:t>Abrupt lane changes contribute to 17% of severe accidents [3]</a:t>
              </a:r>
              <a:endParaRPr lang="en-US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DCBA855-C928-A4C3-872E-2D492272E6CF}"/>
              </a:ext>
            </a:extLst>
          </p:cNvPr>
          <p:cNvGrpSpPr/>
          <p:nvPr/>
        </p:nvGrpSpPr>
        <p:grpSpPr>
          <a:xfrm>
            <a:off x="1438844" y="3816539"/>
            <a:ext cx="6959763" cy="369332"/>
            <a:chOff x="1483056" y="2553979"/>
            <a:chExt cx="6959763" cy="369332"/>
          </a:xfrm>
        </p:grpSpPr>
        <p:sp>
          <p:nvSpPr>
            <p:cNvPr id="4" name="Flowchart: Connector 3">
              <a:extLst>
                <a:ext uri="{FF2B5EF4-FFF2-40B4-BE49-F238E27FC236}">
                  <a16:creationId xmlns:a16="http://schemas.microsoft.com/office/drawing/2014/main" id="{DDB7F4A5-B99F-7A7C-DE94-F46D5C173EEA}"/>
                </a:ext>
              </a:extLst>
            </p:cNvPr>
            <p:cNvSpPr/>
            <p:nvPr/>
          </p:nvSpPr>
          <p:spPr>
            <a:xfrm>
              <a:off x="1699145" y="2654489"/>
              <a:ext cx="177875" cy="180530"/>
            </a:xfrm>
            <a:prstGeom prst="flowChartConnector">
              <a:avLst/>
            </a:prstGeom>
            <a:solidFill>
              <a:srgbClr val="002F56"/>
            </a:solidFill>
            <a:ln>
              <a:solidFill>
                <a:srgbClr val="002F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ea typeface="Calibri"/>
                <a:cs typeface="Calibri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1CC9C5A-67DB-6DB8-E04C-3C44292936CF}"/>
                </a:ext>
              </a:extLst>
            </p:cNvPr>
            <p:cNvSpPr txBox="1"/>
            <p:nvPr/>
          </p:nvSpPr>
          <p:spPr>
            <a:xfrm>
              <a:off x="1483056" y="2553979"/>
              <a:ext cx="6959763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/>
                  <a:cs typeface="Arial"/>
                </a:rPr>
                <a:t>Motorcycles contribute to 33-50% of accidents in Asia [4]</a:t>
              </a:r>
              <a:endParaRPr lang="en-US" dirty="0" err="1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08FBFFE-D016-0A47-8099-CD9EFB83D788}"/>
              </a:ext>
            </a:extLst>
          </p:cNvPr>
          <p:cNvGrpSpPr/>
          <p:nvPr/>
        </p:nvGrpSpPr>
        <p:grpSpPr>
          <a:xfrm>
            <a:off x="1097650" y="4294068"/>
            <a:ext cx="6357582" cy="373502"/>
            <a:chOff x="909850" y="2752298"/>
            <a:chExt cx="6357582" cy="37350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9A2B613-E1A4-46F1-C6D2-CCCD35ABC164}"/>
                </a:ext>
              </a:extLst>
            </p:cNvPr>
            <p:cNvSpPr txBox="1"/>
            <p:nvPr/>
          </p:nvSpPr>
          <p:spPr>
            <a:xfrm>
              <a:off x="909850" y="2752298"/>
              <a:ext cx="6357582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/>
                  <a:cs typeface="Arial"/>
                </a:rPr>
                <a:t>The Behavioral Gap</a:t>
              </a:r>
              <a:endParaRPr lang="en-US" dirty="0"/>
            </a:p>
          </p:txBody>
        </p:sp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9F34AD3F-8F89-5525-F41F-E5D644DD8D2E}"/>
                </a:ext>
              </a:extLst>
            </p:cNvPr>
            <p:cNvSpPr/>
            <p:nvPr/>
          </p:nvSpPr>
          <p:spPr>
            <a:xfrm>
              <a:off x="1012208" y="2763671"/>
              <a:ext cx="361408" cy="362129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dirty="0">
                  <a:ea typeface="Calibri"/>
                  <a:cs typeface="Calibri"/>
                </a:rPr>
                <a:t>2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9EA8778-0E93-6C60-4181-0A7FCEC91FA7}"/>
              </a:ext>
            </a:extLst>
          </p:cNvPr>
          <p:cNvGrpSpPr/>
          <p:nvPr/>
        </p:nvGrpSpPr>
        <p:grpSpPr>
          <a:xfrm>
            <a:off x="1438844" y="4675780"/>
            <a:ext cx="7388388" cy="369332"/>
            <a:chOff x="1483056" y="2553979"/>
            <a:chExt cx="7388388" cy="369332"/>
          </a:xfrm>
        </p:grpSpPr>
        <p:sp>
          <p:nvSpPr>
            <p:cNvPr id="14" name="Flowchart: Connector 13">
              <a:extLst>
                <a:ext uri="{FF2B5EF4-FFF2-40B4-BE49-F238E27FC236}">
                  <a16:creationId xmlns:a16="http://schemas.microsoft.com/office/drawing/2014/main" id="{102736B0-D53B-1C8B-587E-0E7C0284EEEF}"/>
                </a:ext>
              </a:extLst>
            </p:cNvPr>
            <p:cNvSpPr/>
            <p:nvPr/>
          </p:nvSpPr>
          <p:spPr>
            <a:xfrm>
              <a:off x="1699145" y="2654489"/>
              <a:ext cx="177875" cy="180530"/>
            </a:xfrm>
            <a:prstGeom prst="flowChartConnector">
              <a:avLst/>
            </a:prstGeom>
            <a:solidFill>
              <a:srgbClr val="002F56"/>
            </a:solidFill>
            <a:ln>
              <a:solidFill>
                <a:srgbClr val="002F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ea typeface="Calibri"/>
                <a:cs typeface="Calibri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0843409-D56E-BF01-F8CF-49B062808515}"/>
                </a:ext>
              </a:extLst>
            </p:cNvPr>
            <p:cNvSpPr txBox="1"/>
            <p:nvPr/>
          </p:nvSpPr>
          <p:spPr>
            <a:xfrm>
              <a:off x="1483056" y="2553979"/>
              <a:ext cx="7388388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/>
                  <a:cs typeface="Arial"/>
                </a:rPr>
                <a:t>Head Motion Factor [3] [4]</a:t>
              </a:r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FAD5C1D-70EA-CF25-DDB3-BEA7C8849277}"/>
              </a:ext>
            </a:extLst>
          </p:cNvPr>
          <p:cNvGrpSpPr/>
          <p:nvPr/>
        </p:nvGrpSpPr>
        <p:grpSpPr>
          <a:xfrm>
            <a:off x="1438844" y="5073839"/>
            <a:ext cx="6959763" cy="369332"/>
            <a:chOff x="1483056" y="2553979"/>
            <a:chExt cx="6959763" cy="369332"/>
          </a:xfrm>
        </p:grpSpPr>
        <p:sp>
          <p:nvSpPr>
            <p:cNvPr id="18" name="Flowchart: Connector 17">
              <a:extLst>
                <a:ext uri="{FF2B5EF4-FFF2-40B4-BE49-F238E27FC236}">
                  <a16:creationId xmlns:a16="http://schemas.microsoft.com/office/drawing/2014/main" id="{4E880A0F-F8FD-0950-C453-863E84B247D1}"/>
                </a:ext>
              </a:extLst>
            </p:cNvPr>
            <p:cNvSpPr/>
            <p:nvPr/>
          </p:nvSpPr>
          <p:spPr>
            <a:xfrm>
              <a:off x="1699145" y="2654489"/>
              <a:ext cx="177875" cy="180530"/>
            </a:xfrm>
            <a:prstGeom prst="flowChartConnector">
              <a:avLst/>
            </a:prstGeom>
            <a:solidFill>
              <a:srgbClr val="002F56"/>
            </a:solidFill>
            <a:ln>
              <a:solidFill>
                <a:srgbClr val="002F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ea typeface="Calibri"/>
                <a:cs typeface="Calibri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7C7279-1C9B-A416-403B-E87F451202FD}"/>
                </a:ext>
              </a:extLst>
            </p:cNvPr>
            <p:cNvSpPr txBox="1"/>
            <p:nvPr/>
          </p:nvSpPr>
          <p:spPr>
            <a:xfrm>
              <a:off x="1483056" y="2553979"/>
              <a:ext cx="6959763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/>
                  <a:cs typeface="Arial"/>
                </a:rPr>
                <a:t>Unique Maneuvers [4]</a:t>
              </a:r>
              <a:endParaRPr lang="en-US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19BB6AA-8388-827C-1BA3-C70F2BCEC06C}"/>
              </a:ext>
            </a:extLst>
          </p:cNvPr>
          <p:cNvGrpSpPr/>
          <p:nvPr/>
        </p:nvGrpSpPr>
        <p:grpSpPr>
          <a:xfrm>
            <a:off x="1743644" y="5390155"/>
            <a:ext cx="3178338" cy="369332"/>
            <a:chOff x="1483056" y="2534929"/>
            <a:chExt cx="3178338" cy="369332"/>
          </a:xfrm>
        </p:grpSpPr>
        <p:sp>
          <p:nvSpPr>
            <p:cNvPr id="37" name="Flowchart: Connector 36">
              <a:extLst>
                <a:ext uri="{FF2B5EF4-FFF2-40B4-BE49-F238E27FC236}">
                  <a16:creationId xmlns:a16="http://schemas.microsoft.com/office/drawing/2014/main" id="{A7104BF0-B5C7-8F4F-8543-0411B7A89B4C}"/>
                </a:ext>
              </a:extLst>
            </p:cNvPr>
            <p:cNvSpPr/>
            <p:nvPr/>
          </p:nvSpPr>
          <p:spPr>
            <a:xfrm>
              <a:off x="1699145" y="2654489"/>
              <a:ext cx="177875" cy="180530"/>
            </a:xfrm>
            <a:prstGeom prst="donut">
              <a:avLst/>
            </a:prstGeom>
            <a:solidFill>
              <a:srgbClr val="005BBB"/>
            </a:solidFill>
            <a:ln>
              <a:solidFill>
                <a:srgbClr val="002F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ea typeface="Calibri"/>
                <a:cs typeface="Calibri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84079D7-9105-281A-97D4-901C5DA6AC4F}"/>
                </a:ext>
              </a:extLst>
            </p:cNvPr>
            <p:cNvSpPr txBox="1"/>
            <p:nvPr/>
          </p:nvSpPr>
          <p:spPr>
            <a:xfrm>
              <a:off x="1483056" y="2534929"/>
              <a:ext cx="3178338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/>
                  <a:cs typeface="Arial"/>
                </a:rPr>
                <a:t>Head Motion Factor</a:t>
              </a:r>
              <a:endParaRPr lang="en-US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D8141A7-62DB-206F-8B6E-F61E3F399E42}"/>
              </a:ext>
            </a:extLst>
          </p:cNvPr>
          <p:cNvGrpSpPr/>
          <p:nvPr/>
        </p:nvGrpSpPr>
        <p:grpSpPr>
          <a:xfrm>
            <a:off x="1743644" y="5816789"/>
            <a:ext cx="3292638" cy="369332"/>
            <a:chOff x="1483056" y="2563504"/>
            <a:chExt cx="3292638" cy="369332"/>
          </a:xfrm>
        </p:grpSpPr>
        <p:sp>
          <p:nvSpPr>
            <p:cNvPr id="40" name="Flowchart: Connector 39">
              <a:extLst>
                <a:ext uri="{FF2B5EF4-FFF2-40B4-BE49-F238E27FC236}">
                  <a16:creationId xmlns:a16="http://schemas.microsoft.com/office/drawing/2014/main" id="{351AB503-5AC6-7157-91A9-EE44B33EDFB1}"/>
                </a:ext>
              </a:extLst>
            </p:cNvPr>
            <p:cNvSpPr/>
            <p:nvPr/>
          </p:nvSpPr>
          <p:spPr>
            <a:xfrm>
              <a:off x="1699145" y="2654489"/>
              <a:ext cx="177875" cy="180530"/>
            </a:xfrm>
            <a:prstGeom prst="donut">
              <a:avLst/>
            </a:prstGeom>
            <a:solidFill>
              <a:srgbClr val="005BBB"/>
            </a:solidFill>
            <a:ln>
              <a:solidFill>
                <a:srgbClr val="002F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ea typeface="Calibri"/>
                <a:cs typeface="Calibri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1EFD2B9-AA24-1002-0200-B8316CF25AF2}"/>
                </a:ext>
              </a:extLst>
            </p:cNvPr>
            <p:cNvSpPr txBox="1"/>
            <p:nvPr/>
          </p:nvSpPr>
          <p:spPr>
            <a:xfrm>
              <a:off x="1483056" y="2563504"/>
              <a:ext cx="3292638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>
                  <a:latin typeface="Arial"/>
                  <a:ea typeface="Calibri"/>
                  <a:cs typeface="Arial"/>
                </a:rPr>
                <a:t>Unique Maneuvers</a:t>
              </a:r>
              <a:endParaRPr lang="en-US"/>
            </a:p>
          </p:txBody>
        </p:sp>
      </p:grp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EE5BC7E9-69C6-4ACD-B80E-209F71D96127}"/>
              </a:ext>
            </a:extLst>
          </p:cNvPr>
          <p:cNvSpPr/>
          <p:nvPr/>
        </p:nvSpPr>
        <p:spPr>
          <a:xfrm>
            <a:off x="4355756" y="5210432"/>
            <a:ext cx="566351" cy="113270"/>
          </a:xfrm>
          <a:prstGeom prst="rightArrow">
            <a:avLst/>
          </a:prstGeom>
          <a:solidFill>
            <a:srgbClr val="002F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B08C942-E3F2-EBAF-C00D-E1C35BA9532E}"/>
              </a:ext>
            </a:extLst>
          </p:cNvPr>
          <p:cNvSpPr txBox="1"/>
          <p:nvPr/>
        </p:nvSpPr>
        <p:spPr>
          <a:xfrm>
            <a:off x="5035378" y="5055972"/>
            <a:ext cx="5323702" cy="4118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0A9D20B-10A7-3EF3-DB78-0E7D02B21119}"/>
              </a:ext>
            </a:extLst>
          </p:cNvPr>
          <p:cNvSpPr txBox="1"/>
          <p:nvPr/>
        </p:nvSpPr>
        <p:spPr>
          <a:xfrm>
            <a:off x="5043358" y="5114924"/>
            <a:ext cx="34894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ea typeface="Calibri"/>
                <a:cs typeface="Calibri"/>
              </a:rPr>
              <a:t>Creates inter-class confusion</a:t>
            </a:r>
            <a:endParaRPr lang="en-US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29769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3BE15-DDF5-A60A-DD67-1D136B7E0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32F2763-407C-7927-2D68-85547F60E3ED}"/>
              </a:ext>
            </a:extLst>
          </p:cNvPr>
          <p:cNvSpPr/>
          <p:nvPr/>
        </p:nvSpPr>
        <p:spPr>
          <a:xfrm>
            <a:off x="4762" y="-4762"/>
            <a:ext cx="12180093" cy="917735"/>
          </a:xfrm>
          <a:prstGeom prst="rect">
            <a:avLst/>
          </a:prstGeom>
          <a:solidFill>
            <a:srgbClr val="002F56"/>
          </a:solidFill>
          <a:ln>
            <a:solidFill>
              <a:srgbClr val="4472C4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4400" b="1">
                <a:latin typeface="Georgia"/>
              </a:rPr>
              <a:t>Premier University</a:t>
            </a:r>
            <a:endParaRPr lang="en-US" sz="4400" b="1">
              <a:latin typeface="Georgia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Minus Sign 8">
            <a:extLst>
              <a:ext uri="{FF2B5EF4-FFF2-40B4-BE49-F238E27FC236}">
                <a16:creationId xmlns:a16="http://schemas.microsoft.com/office/drawing/2014/main" id="{93AC0F04-5CD2-AC98-CD07-6E5A9504921E}"/>
              </a:ext>
            </a:extLst>
          </p:cNvPr>
          <p:cNvSpPr/>
          <p:nvPr/>
        </p:nvSpPr>
        <p:spPr>
          <a:xfrm>
            <a:off x="-2185988" y="6286500"/>
            <a:ext cx="16546487" cy="917278"/>
          </a:xfrm>
          <a:prstGeom prst="mathMinus">
            <a:avLst/>
          </a:prstGeom>
          <a:solidFill>
            <a:srgbClr val="002F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84529A0-C9BE-6318-BAF0-D8BF4CA1B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z="1400" dirty="0">
                <a:latin typeface="Georgia"/>
              </a:rPr>
              <a:t>7</a:t>
            </a:fld>
            <a:endParaRPr lang="en-US" sz="1400">
              <a:latin typeface="Georgia"/>
            </a:endParaRPr>
          </a:p>
        </p:txBody>
      </p:sp>
      <p:pic>
        <p:nvPicPr>
          <p:cNvPr id="2" name="Picture 1" descr="A collage of a car on a road&#10;&#10;AI-generated content may be incorrect.">
            <a:extLst>
              <a:ext uri="{FF2B5EF4-FFF2-40B4-BE49-F238E27FC236}">
                <a16:creationId xmlns:a16="http://schemas.microsoft.com/office/drawing/2014/main" id="{1D6EAA3F-C92B-3B23-307F-4C9F3D666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51" y="1126910"/>
            <a:ext cx="11519329" cy="47792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7C997D-CE58-7F91-6587-C6BFFA5D25F8}"/>
              </a:ext>
            </a:extLst>
          </p:cNvPr>
          <p:cNvSpPr txBox="1"/>
          <p:nvPr/>
        </p:nvSpPr>
        <p:spPr>
          <a:xfrm>
            <a:off x="2625811" y="5910648"/>
            <a:ext cx="69403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Arial"/>
                <a:ea typeface="+mn-lt"/>
                <a:cs typeface="Arial"/>
              </a:rPr>
              <a:t>Confuses “Overtaking” with “Passing through Obstructions”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855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ADD05-1646-7EF7-0691-F3CAA2AF4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B73F6A5-BFD8-BDEB-1487-5EEB230E2F2C}"/>
              </a:ext>
            </a:extLst>
          </p:cNvPr>
          <p:cNvSpPr/>
          <p:nvPr/>
        </p:nvSpPr>
        <p:spPr>
          <a:xfrm>
            <a:off x="4762" y="-4762"/>
            <a:ext cx="12180093" cy="917735"/>
          </a:xfrm>
          <a:prstGeom prst="rect">
            <a:avLst/>
          </a:prstGeom>
          <a:solidFill>
            <a:srgbClr val="002F56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4400" b="1">
                <a:latin typeface="Georgia"/>
              </a:rPr>
              <a:t>Premier University</a:t>
            </a:r>
            <a:endParaRPr lang="en-US" sz="4400" b="1">
              <a:latin typeface="Georgia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Minus Sign 8">
            <a:extLst>
              <a:ext uri="{FF2B5EF4-FFF2-40B4-BE49-F238E27FC236}">
                <a16:creationId xmlns:a16="http://schemas.microsoft.com/office/drawing/2014/main" id="{DFF0A4B5-0EDE-F225-EBBA-AB7E350C51B2}"/>
              </a:ext>
            </a:extLst>
          </p:cNvPr>
          <p:cNvSpPr/>
          <p:nvPr/>
        </p:nvSpPr>
        <p:spPr>
          <a:xfrm>
            <a:off x="-2185988" y="6286500"/>
            <a:ext cx="16546487" cy="917278"/>
          </a:xfrm>
          <a:prstGeom prst="mathMinus">
            <a:avLst/>
          </a:prstGeom>
          <a:solidFill>
            <a:srgbClr val="002F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4D807E0-9200-2CFF-3828-2A36D8EA6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20974"/>
            <a:ext cx="5157787" cy="823912"/>
          </a:xfrm>
        </p:spPr>
        <p:txBody>
          <a:bodyPr/>
          <a:lstStyle/>
          <a:p>
            <a:r>
              <a:rPr lang="en-US" sz="1600" cap="all" dirty="0">
                <a:solidFill>
                  <a:srgbClr val="002F56"/>
                </a:solidFill>
                <a:latin typeface="Arial"/>
                <a:cs typeface="Arial"/>
              </a:rPr>
              <a:t>Proposed Approach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A420439-AC5C-D34A-192E-A3A86FA46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z="1400" dirty="0">
                <a:latin typeface="Georgia"/>
              </a:rPr>
              <a:t>8</a:t>
            </a:fld>
            <a:endParaRPr lang="en-US" sz="1400">
              <a:latin typeface="Georgia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3C2EE99-33B2-0E36-D5AC-34C9BAEE01D2}"/>
              </a:ext>
            </a:extLst>
          </p:cNvPr>
          <p:cNvGrpSpPr/>
          <p:nvPr/>
        </p:nvGrpSpPr>
        <p:grpSpPr>
          <a:xfrm>
            <a:off x="1097650" y="2995579"/>
            <a:ext cx="3747745" cy="369332"/>
            <a:chOff x="909850" y="2761823"/>
            <a:chExt cx="3747745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F8F55D0-A036-2F03-A084-7843CD9D475A}"/>
                </a:ext>
              </a:extLst>
            </p:cNvPr>
            <p:cNvSpPr txBox="1"/>
            <p:nvPr/>
          </p:nvSpPr>
          <p:spPr>
            <a:xfrm>
              <a:off x="909850" y="2761823"/>
              <a:ext cx="3747745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/>
                  <a:cs typeface="Arial"/>
                </a:rPr>
                <a:t>Unified Perception System [3]</a:t>
              </a:r>
              <a:endParaRPr lang="en-US" dirty="0"/>
            </a:p>
          </p:txBody>
        </p:sp>
        <p:sp>
          <p:nvSpPr>
            <p:cNvPr id="23" name="Flowchart: Connector 22">
              <a:extLst>
                <a:ext uri="{FF2B5EF4-FFF2-40B4-BE49-F238E27FC236}">
                  <a16:creationId xmlns:a16="http://schemas.microsoft.com/office/drawing/2014/main" id="{1E0B688D-9B66-206F-5CA2-4B3CE1242DAB}"/>
                </a:ext>
              </a:extLst>
            </p:cNvPr>
            <p:cNvSpPr/>
            <p:nvPr/>
          </p:nvSpPr>
          <p:spPr>
            <a:xfrm>
              <a:off x="1012208" y="2763671"/>
              <a:ext cx="361408" cy="362129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>
                  <a:ea typeface="Calibri"/>
                  <a:cs typeface="Calibri"/>
                </a:rPr>
                <a:t>1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41DAA1D-6300-7D9B-42A4-E3F26A2107D0}"/>
              </a:ext>
            </a:extLst>
          </p:cNvPr>
          <p:cNvGrpSpPr/>
          <p:nvPr/>
        </p:nvGrpSpPr>
        <p:grpSpPr>
          <a:xfrm>
            <a:off x="1438844" y="3377290"/>
            <a:ext cx="5845338" cy="369332"/>
            <a:chOff x="1483056" y="2563504"/>
            <a:chExt cx="5845338" cy="369332"/>
          </a:xfrm>
        </p:grpSpPr>
        <p:sp>
          <p:nvSpPr>
            <p:cNvPr id="34" name="Flowchart: Connector 33">
              <a:extLst>
                <a:ext uri="{FF2B5EF4-FFF2-40B4-BE49-F238E27FC236}">
                  <a16:creationId xmlns:a16="http://schemas.microsoft.com/office/drawing/2014/main" id="{2B404F45-A0F9-875F-E6C6-197A7D3A7D77}"/>
                </a:ext>
              </a:extLst>
            </p:cNvPr>
            <p:cNvSpPr/>
            <p:nvPr/>
          </p:nvSpPr>
          <p:spPr>
            <a:xfrm>
              <a:off x="1699145" y="2654489"/>
              <a:ext cx="177875" cy="180530"/>
            </a:xfrm>
            <a:prstGeom prst="flowChartConnector">
              <a:avLst/>
            </a:prstGeom>
            <a:solidFill>
              <a:srgbClr val="002F56"/>
            </a:solidFill>
            <a:ln>
              <a:solidFill>
                <a:srgbClr val="002F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ea typeface="Calibri"/>
                <a:cs typeface="Calibri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829B7E3-69F3-4B05-29DC-EF616F9534B0}"/>
                </a:ext>
              </a:extLst>
            </p:cNvPr>
            <p:cNvSpPr txBox="1"/>
            <p:nvPr/>
          </p:nvSpPr>
          <p:spPr>
            <a:xfrm>
              <a:off x="1483056" y="2563504"/>
              <a:ext cx="5845338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/>
                  <a:cs typeface="Arial"/>
                </a:rPr>
                <a:t>Single Model for All Tasks</a:t>
              </a:r>
              <a:endParaRPr lang="en-US" dirty="0"/>
            </a:p>
          </p:txBody>
        </p:sp>
      </p:grpSp>
      <p:sp>
        <p:nvSpPr>
          <p:cNvPr id="16" name="Dashed Line Arrow" descr="Dashed Line Arrow">
            <a:extLst>
              <a:ext uri="{FF2B5EF4-FFF2-40B4-BE49-F238E27FC236}">
                <a16:creationId xmlns:a16="http://schemas.microsoft.com/office/drawing/2014/main" id="{E5BFCD4B-EF68-EB78-1EBF-87A1EB903C81}"/>
              </a:ext>
            </a:extLst>
          </p:cNvPr>
          <p:cNvSpPr/>
          <p:nvPr/>
        </p:nvSpPr>
        <p:spPr>
          <a:xfrm rot="11700000" flipV="1">
            <a:off x="4701592" y="2514146"/>
            <a:ext cx="1399130" cy="1663105"/>
          </a:xfrm>
          <a:prstGeom prst="arc">
            <a:avLst/>
          </a:prstGeom>
          <a:ln w="20320">
            <a:solidFill>
              <a:schemeClr val="tx2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Arial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A84ECE-3FB4-76B7-8B1C-2D19B1066701}"/>
              </a:ext>
            </a:extLst>
          </p:cNvPr>
          <p:cNvSpPr txBox="1"/>
          <p:nvPr/>
        </p:nvSpPr>
        <p:spPr>
          <a:xfrm>
            <a:off x="5723237" y="2209542"/>
            <a:ext cx="509309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ea typeface="Calibri"/>
                <a:cs typeface="Calibri"/>
              </a:rPr>
              <a:t>Multiple model's processing delay leads to more confusion resulting in more crashes</a:t>
            </a:r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3969D30-E8E6-3702-C637-1921FB628FA9}"/>
              </a:ext>
            </a:extLst>
          </p:cNvPr>
          <p:cNvGrpSpPr/>
          <p:nvPr/>
        </p:nvGrpSpPr>
        <p:grpSpPr>
          <a:xfrm>
            <a:off x="1088125" y="3976654"/>
            <a:ext cx="3747745" cy="369332"/>
            <a:chOff x="909850" y="2761823"/>
            <a:chExt cx="3747745" cy="36933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D5DD592-90CE-D0F2-E182-ADEA1FC624B6}"/>
                </a:ext>
              </a:extLst>
            </p:cNvPr>
            <p:cNvSpPr txBox="1"/>
            <p:nvPr/>
          </p:nvSpPr>
          <p:spPr>
            <a:xfrm>
              <a:off x="909850" y="2761823"/>
              <a:ext cx="3747745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/>
                  <a:cs typeface="Arial"/>
                </a:rPr>
                <a:t>Ego-Motion Compensation [4]</a:t>
              </a:r>
              <a:endParaRPr lang="en-US" dirty="0"/>
            </a:p>
          </p:txBody>
        </p:sp>
        <p:sp>
          <p:nvSpPr>
            <p:cNvPr id="29" name="Flowchart: Connector 28">
              <a:extLst>
                <a:ext uri="{FF2B5EF4-FFF2-40B4-BE49-F238E27FC236}">
                  <a16:creationId xmlns:a16="http://schemas.microsoft.com/office/drawing/2014/main" id="{EA9992E2-7EB7-09C1-5665-C9A35ACBCA0C}"/>
                </a:ext>
              </a:extLst>
            </p:cNvPr>
            <p:cNvSpPr/>
            <p:nvPr/>
          </p:nvSpPr>
          <p:spPr>
            <a:xfrm>
              <a:off x="1012208" y="2763671"/>
              <a:ext cx="361408" cy="362129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dirty="0">
                  <a:ea typeface="Calibri"/>
                  <a:cs typeface="Calibri"/>
                </a:rPr>
                <a:t>2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3FEED3F-6AEB-9914-95F2-676C04828838}"/>
              </a:ext>
            </a:extLst>
          </p:cNvPr>
          <p:cNvGrpSpPr/>
          <p:nvPr/>
        </p:nvGrpSpPr>
        <p:grpSpPr>
          <a:xfrm>
            <a:off x="1429319" y="4358365"/>
            <a:ext cx="3189476" cy="646331"/>
            <a:chOff x="1483056" y="2563504"/>
            <a:chExt cx="3189476" cy="646331"/>
          </a:xfrm>
        </p:grpSpPr>
        <p:sp>
          <p:nvSpPr>
            <p:cNvPr id="31" name="Flowchart: Connector 30">
              <a:extLst>
                <a:ext uri="{FF2B5EF4-FFF2-40B4-BE49-F238E27FC236}">
                  <a16:creationId xmlns:a16="http://schemas.microsoft.com/office/drawing/2014/main" id="{CD1B8CAE-4B24-6813-85A5-9802B468A5E4}"/>
                </a:ext>
              </a:extLst>
            </p:cNvPr>
            <p:cNvSpPr/>
            <p:nvPr/>
          </p:nvSpPr>
          <p:spPr>
            <a:xfrm>
              <a:off x="1699145" y="2654489"/>
              <a:ext cx="177875" cy="180530"/>
            </a:xfrm>
            <a:prstGeom prst="flowChartConnector">
              <a:avLst/>
            </a:prstGeom>
            <a:solidFill>
              <a:srgbClr val="002F56"/>
            </a:solidFill>
            <a:ln>
              <a:solidFill>
                <a:srgbClr val="002F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ea typeface="Calibri"/>
                <a:cs typeface="Calibri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531A93B-586D-66BE-616C-F9287109C653}"/>
                </a:ext>
              </a:extLst>
            </p:cNvPr>
            <p:cNvSpPr txBox="1"/>
            <p:nvPr/>
          </p:nvSpPr>
          <p:spPr>
            <a:xfrm>
              <a:off x="1483056" y="2563504"/>
              <a:ext cx="3189476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/>
                  <a:cs typeface="Arial"/>
                </a:rPr>
                <a:t>Introduce Multi Level Decision Process</a:t>
              </a:r>
              <a:endParaRPr lang="en-US" dirty="0"/>
            </a:p>
          </p:txBody>
        </p:sp>
      </p:grpSp>
      <p:sp>
        <p:nvSpPr>
          <p:cNvPr id="45" name="Title 15">
            <a:extLst>
              <a:ext uri="{FF2B5EF4-FFF2-40B4-BE49-F238E27FC236}">
                <a16:creationId xmlns:a16="http://schemas.microsoft.com/office/drawing/2014/main" id="{87FDC913-5303-1069-5F5B-D69FFBD48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0805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05BBB"/>
                </a:solidFill>
                <a:latin typeface="Georgia"/>
                <a:ea typeface="Calibri Light"/>
                <a:cs typeface="Calibri Light"/>
              </a:rPr>
              <a:t>Real Time Driving Safety &amp; Behavior Analysis</a:t>
            </a:r>
          </a:p>
        </p:txBody>
      </p:sp>
      <p:sp>
        <p:nvSpPr>
          <p:cNvPr id="47" name="Minus Sign 46">
            <a:extLst>
              <a:ext uri="{FF2B5EF4-FFF2-40B4-BE49-F238E27FC236}">
                <a16:creationId xmlns:a16="http://schemas.microsoft.com/office/drawing/2014/main" id="{48C18CDA-EBCF-856D-B819-78579C11E3CE}"/>
              </a:ext>
            </a:extLst>
          </p:cNvPr>
          <p:cNvSpPr/>
          <p:nvPr/>
        </p:nvSpPr>
        <p:spPr>
          <a:xfrm>
            <a:off x="3352800" y="1866900"/>
            <a:ext cx="5480026" cy="94624"/>
          </a:xfrm>
          <a:custGeom>
            <a:avLst/>
            <a:gdLst>
              <a:gd name="csX0" fmla="*/ 726377 w 5480026"/>
              <a:gd name="csY0" fmla="*/ 36184 h 94624"/>
              <a:gd name="csX1" fmla="*/ 1437862 w 5480026"/>
              <a:gd name="csY1" fmla="*/ 36184 h 94624"/>
              <a:gd name="csX2" fmla="*/ 1988256 w 5480026"/>
              <a:gd name="csY2" fmla="*/ 36184 h 94624"/>
              <a:gd name="csX3" fmla="*/ 2619195 w 5480026"/>
              <a:gd name="csY3" fmla="*/ 36184 h 94624"/>
              <a:gd name="csX4" fmla="*/ 3330680 w 5480026"/>
              <a:gd name="csY4" fmla="*/ 36184 h 94624"/>
              <a:gd name="csX5" fmla="*/ 3881073 w 5480026"/>
              <a:gd name="csY5" fmla="*/ 36184 h 94624"/>
              <a:gd name="csX6" fmla="*/ 4753649 w 5480026"/>
              <a:gd name="csY6" fmla="*/ 36184 h 94624"/>
              <a:gd name="csX7" fmla="*/ 4753649 w 5480026"/>
              <a:gd name="csY7" fmla="*/ 58440 h 94624"/>
              <a:gd name="csX8" fmla="*/ 4082437 w 5480026"/>
              <a:gd name="csY8" fmla="*/ 58440 h 94624"/>
              <a:gd name="csX9" fmla="*/ 3370952 w 5480026"/>
              <a:gd name="csY9" fmla="*/ 58440 h 94624"/>
              <a:gd name="csX10" fmla="*/ 2820558 w 5480026"/>
              <a:gd name="csY10" fmla="*/ 58440 h 94624"/>
              <a:gd name="csX11" fmla="*/ 2189619 w 5480026"/>
              <a:gd name="csY11" fmla="*/ 58440 h 94624"/>
              <a:gd name="csX12" fmla="*/ 1478134 w 5480026"/>
              <a:gd name="csY12" fmla="*/ 58440 h 94624"/>
              <a:gd name="csX13" fmla="*/ 726377 w 5480026"/>
              <a:gd name="csY13" fmla="*/ 58440 h 94624"/>
              <a:gd name="csX14" fmla="*/ 726377 w 5480026"/>
              <a:gd name="csY14" fmla="*/ 36184 h 94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480026" h="94624" fill="none" extrusionOk="0">
                <a:moveTo>
                  <a:pt x="726377" y="36184"/>
                </a:moveTo>
                <a:cubicBezTo>
                  <a:pt x="911788" y="19780"/>
                  <a:pt x="1237901" y="12608"/>
                  <a:pt x="1437862" y="36184"/>
                </a:cubicBezTo>
                <a:cubicBezTo>
                  <a:pt x="1637824" y="59760"/>
                  <a:pt x="1733256" y="18292"/>
                  <a:pt x="1988256" y="36184"/>
                </a:cubicBezTo>
                <a:cubicBezTo>
                  <a:pt x="2243256" y="54076"/>
                  <a:pt x="2405741" y="30484"/>
                  <a:pt x="2619195" y="36184"/>
                </a:cubicBezTo>
                <a:cubicBezTo>
                  <a:pt x="2832649" y="41884"/>
                  <a:pt x="3048700" y="28925"/>
                  <a:pt x="3330680" y="36184"/>
                </a:cubicBezTo>
                <a:cubicBezTo>
                  <a:pt x="3612660" y="43443"/>
                  <a:pt x="3719128" y="62328"/>
                  <a:pt x="3881073" y="36184"/>
                </a:cubicBezTo>
                <a:cubicBezTo>
                  <a:pt x="4043018" y="10040"/>
                  <a:pt x="4567695" y="-34"/>
                  <a:pt x="4753649" y="36184"/>
                </a:cubicBezTo>
                <a:cubicBezTo>
                  <a:pt x="4754423" y="41747"/>
                  <a:pt x="4753312" y="52707"/>
                  <a:pt x="4753649" y="58440"/>
                </a:cubicBezTo>
                <a:cubicBezTo>
                  <a:pt x="4579509" y="72312"/>
                  <a:pt x="4354978" y="61719"/>
                  <a:pt x="4082437" y="58440"/>
                </a:cubicBezTo>
                <a:cubicBezTo>
                  <a:pt x="3809896" y="55161"/>
                  <a:pt x="3631760" y="73307"/>
                  <a:pt x="3370952" y="58440"/>
                </a:cubicBezTo>
                <a:cubicBezTo>
                  <a:pt x="3110144" y="43573"/>
                  <a:pt x="2944482" y="50918"/>
                  <a:pt x="2820558" y="58440"/>
                </a:cubicBezTo>
                <a:cubicBezTo>
                  <a:pt x="2696634" y="65962"/>
                  <a:pt x="2328319" y="72580"/>
                  <a:pt x="2189619" y="58440"/>
                </a:cubicBezTo>
                <a:cubicBezTo>
                  <a:pt x="2050919" y="44300"/>
                  <a:pt x="1789139" y="89242"/>
                  <a:pt x="1478134" y="58440"/>
                </a:cubicBezTo>
                <a:cubicBezTo>
                  <a:pt x="1167130" y="27638"/>
                  <a:pt x="1012539" y="24602"/>
                  <a:pt x="726377" y="58440"/>
                </a:cubicBezTo>
                <a:cubicBezTo>
                  <a:pt x="726135" y="51783"/>
                  <a:pt x="726177" y="40942"/>
                  <a:pt x="726377" y="36184"/>
                </a:cubicBezTo>
                <a:close/>
              </a:path>
              <a:path w="5480026" h="94624" stroke="0" extrusionOk="0">
                <a:moveTo>
                  <a:pt x="726377" y="36184"/>
                </a:moveTo>
                <a:cubicBezTo>
                  <a:pt x="1011518" y="72599"/>
                  <a:pt x="1112442" y="36627"/>
                  <a:pt x="1478134" y="36184"/>
                </a:cubicBezTo>
                <a:cubicBezTo>
                  <a:pt x="1843826" y="35741"/>
                  <a:pt x="1927524" y="62916"/>
                  <a:pt x="2109074" y="36184"/>
                </a:cubicBezTo>
                <a:cubicBezTo>
                  <a:pt x="2290624" y="9452"/>
                  <a:pt x="2442027" y="33053"/>
                  <a:pt x="2659468" y="36184"/>
                </a:cubicBezTo>
                <a:cubicBezTo>
                  <a:pt x="2876909" y="39315"/>
                  <a:pt x="3110458" y="2855"/>
                  <a:pt x="3330680" y="36184"/>
                </a:cubicBezTo>
                <a:cubicBezTo>
                  <a:pt x="3550902" y="69513"/>
                  <a:pt x="3862724" y="21092"/>
                  <a:pt x="4001892" y="36184"/>
                </a:cubicBezTo>
                <a:cubicBezTo>
                  <a:pt x="4141060" y="51276"/>
                  <a:pt x="4393809" y="54627"/>
                  <a:pt x="4753649" y="36184"/>
                </a:cubicBezTo>
                <a:cubicBezTo>
                  <a:pt x="4754416" y="42385"/>
                  <a:pt x="4752648" y="50668"/>
                  <a:pt x="4753649" y="58440"/>
                </a:cubicBezTo>
                <a:cubicBezTo>
                  <a:pt x="4557853" y="58442"/>
                  <a:pt x="4272190" y="45819"/>
                  <a:pt x="4082437" y="58440"/>
                </a:cubicBezTo>
                <a:cubicBezTo>
                  <a:pt x="3892684" y="71061"/>
                  <a:pt x="3770225" y="75327"/>
                  <a:pt x="3532043" y="58440"/>
                </a:cubicBezTo>
                <a:cubicBezTo>
                  <a:pt x="3293861" y="41553"/>
                  <a:pt x="3083764" y="42032"/>
                  <a:pt x="2860831" y="58440"/>
                </a:cubicBezTo>
                <a:cubicBezTo>
                  <a:pt x="2637898" y="74848"/>
                  <a:pt x="2444006" y="81015"/>
                  <a:pt x="2149346" y="58440"/>
                </a:cubicBezTo>
                <a:cubicBezTo>
                  <a:pt x="1854687" y="35865"/>
                  <a:pt x="1639028" y="68151"/>
                  <a:pt x="1397589" y="58440"/>
                </a:cubicBezTo>
                <a:cubicBezTo>
                  <a:pt x="1156150" y="48729"/>
                  <a:pt x="896383" y="28851"/>
                  <a:pt x="726377" y="58440"/>
                </a:cubicBezTo>
                <a:cubicBezTo>
                  <a:pt x="725675" y="49926"/>
                  <a:pt x="726826" y="45865"/>
                  <a:pt x="726377" y="36184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989574929">
                  <a:prstGeom prst="mathMinus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6D6747E2-EEC1-ECE3-08DD-F6DDF08B6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729" y="3222540"/>
            <a:ext cx="7277100" cy="3351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776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EC1CF-E84F-D8E4-05FB-DBEF95E23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D25A872-DA1B-FA5D-7115-94A04E57D46A}"/>
              </a:ext>
            </a:extLst>
          </p:cNvPr>
          <p:cNvSpPr/>
          <p:nvPr/>
        </p:nvSpPr>
        <p:spPr>
          <a:xfrm>
            <a:off x="4762" y="-4762"/>
            <a:ext cx="12180093" cy="917735"/>
          </a:xfrm>
          <a:prstGeom prst="rect">
            <a:avLst/>
          </a:prstGeom>
          <a:solidFill>
            <a:srgbClr val="002F56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4400" b="1">
                <a:latin typeface="Georgia"/>
              </a:rPr>
              <a:t>Premier University</a:t>
            </a:r>
            <a:endParaRPr lang="en-US" sz="4400" b="1">
              <a:latin typeface="Georgia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Minus Sign 8">
            <a:extLst>
              <a:ext uri="{FF2B5EF4-FFF2-40B4-BE49-F238E27FC236}">
                <a16:creationId xmlns:a16="http://schemas.microsoft.com/office/drawing/2014/main" id="{421772B5-969B-39A2-42CB-8E3EE5CEE6EA}"/>
              </a:ext>
            </a:extLst>
          </p:cNvPr>
          <p:cNvSpPr/>
          <p:nvPr/>
        </p:nvSpPr>
        <p:spPr>
          <a:xfrm>
            <a:off x="-2185988" y="6286500"/>
            <a:ext cx="16546487" cy="917278"/>
          </a:xfrm>
          <a:prstGeom prst="mathMinus">
            <a:avLst/>
          </a:prstGeom>
          <a:solidFill>
            <a:srgbClr val="002F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D428F2D-48DE-50BA-0325-ACD434DE3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z="1400" dirty="0">
                <a:latin typeface="Georgia"/>
              </a:rPr>
              <a:t>9</a:t>
            </a:fld>
            <a:endParaRPr lang="en-US" sz="1400">
              <a:latin typeface="Georgia"/>
            </a:endParaRPr>
          </a:p>
        </p:txBody>
      </p:sp>
      <p:pic>
        <p:nvPicPr>
          <p:cNvPr id="18" name="Picture 17" descr="A diagram of a machine&#10;&#10;AI-generated content may be incorrect.">
            <a:extLst>
              <a:ext uri="{FF2B5EF4-FFF2-40B4-BE49-F238E27FC236}">
                <a16:creationId xmlns:a16="http://schemas.microsoft.com/office/drawing/2014/main" id="{2243A85A-C38C-EC86-B8AF-040789884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87" y="1157288"/>
            <a:ext cx="110204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78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67E87-C1BA-F583-41B9-A36BD9095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C667ECC-3736-F04B-2949-60A9A61FEEB7}"/>
              </a:ext>
            </a:extLst>
          </p:cNvPr>
          <p:cNvSpPr/>
          <p:nvPr/>
        </p:nvSpPr>
        <p:spPr>
          <a:xfrm>
            <a:off x="4762" y="-4762"/>
            <a:ext cx="12180093" cy="917735"/>
          </a:xfrm>
          <a:prstGeom prst="rect">
            <a:avLst/>
          </a:prstGeom>
          <a:solidFill>
            <a:srgbClr val="002F56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4400" b="1">
                <a:latin typeface="Georgia"/>
              </a:rPr>
              <a:t>Premier University</a:t>
            </a:r>
            <a:endParaRPr lang="en-US" sz="4400" b="1">
              <a:latin typeface="Georgia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Minus Sign 8">
            <a:extLst>
              <a:ext uri="{FF2B5EF4-FFF2-40B4-BE49-F238E27FC236}">
                <a16:creationId xmlns:a16="http://schemas.microsoft.com/office/drawing/2014/main" id="{FDBF89DE-2D87-63B5-34F0-5DC86B048940}"/>
              </a:ext>
            </a:extLst>
          </p:cNvPr>
          <p:cNvSpPr/>
          <p:nvPr/>
        </p:nvSpPr>
        <p:spPr>
          <a:xfrm>
            <a:off x="-2185988" y="6286500"/>
            <a:ext cx="16546487" cy="917278"/>
          </a:xfrm>
          <a:prstGeom prst="mathMinus">
            <a:avLst/>
          </a:prstGeom>
          <a:solidFill>
            <a:srgbClr val="002F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5">
            <a:extLst>
              <a:ext uri="{FF2B5EF4-FFF2-40B4-BE49-F238E27FC236}">
                <a16:creationId xmlns:a16="http://schemas.microsoft.com/office/drawing/2014/main" id="{9A792F0C-E108-5B97-041D-1662C3609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0805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05BBB"/>
                </a:solidFill>
                <a:latin typeface="Georgia"/>
                <a:ea typeface="Calibri Light"/>
                <a:cs typeface="Calibri Light"/>
              </a:rPr>
              <a:t>Sensor Signatures &amp; Forensics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82FCAA6-30ED-BFDF-E0BF-110F137DD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 cap="all" dirty="0">
                <a:solidFill>
                  <a:srgbClr val="002F56"/>
                </a:solidFill>
                <a:latin typeface="Arial"/>
                <a:cs typeface="Arial"/>
              </a:rPr>
              <a:t>The problem: security breach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5F7A24F-C8CD-BE92-9BAC-747FAE44C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z="1400" dirty="0">
                <a:latin typeface="Georgia"/>
              </a:rPr>
              <a:t>10</a:t>
            </a:fld>
            <a:endParaRPr lang="en-US" sz="1400">
              <a:latin typeface="Georgia"/>
            </a:endParaRPr>
          </a:p>
        </p:txBody>
      </p:sp>
      <p:sp>
        <p:nvSpPr>
          <p:cNvPr id="12" name="Minus Sign 11">
            <a:extLst>
              <a:ext uri="{FF2B5EF4-FFF2-40B4-BE49-F238E27FC236}">
                <a16:creationId xmlns:a16="http://schemas.microsoft.com/office/drawing/2014/main" id="{2B06D95C-860F-12BF-65B8-0FB4E5542EE0}"/>
              </a:ext>
            </a:extLst>
          </p:cNvPr>
          <p:cNvSpPr/>
          <p:nvPr/>
        </p:nvSpPr>
        <p:spPr>
          <a:xfrm>
            <a:off x="3352800" y="1866900"/>
            <a:ext cx="5480026" cy="94624"/>
          </a:xfrm>
          <a:custGeom>
            <a:avLst/>
            <a:gdLst>
              <a:gd name="csX0" fmla="*/ 726377 w 5480026"/>
              <a:gd name="csY0" fmla="*/ 36184 h 94624"/>
              <a:gd name="csX1" fmla="*/ 1437862 w 5480026"/>
              <a:gd name="csY1" fmla="*/ 36184 h 94624"/>
              <a:gd name="csX2" fmla="*/ 1988256 w 5480026"/>
              <a:gd name="csY2" fmla="*/ 36184 h 94624"/>
              <a:gd name="csX3" fmla="*/ 2619195 w 5480026"/>
              <a:gd name="csY3" fmla="*/ 36184 h 94624"/>
              <a:gd name="csX4" fmla="*/ 3330680 w 5480026"/>
              <a:gd name="csY4" fmla="*/ 36184 h 94624"/>
              <a:gd name="csX5" fmla="*/ 3881073 w 5480026"/>
              <a:gd name="csY5" fmla="*/ 36184 h 94624"/>
              <a:gd name="csX6" fmla="*/ 4753649 w 5480026"/>
              <a:gd name="csY6" fmla="*/ 36184 h 94624"/>
              <a:gd name="csX7" fmla="*/ 4753649 w 5480026"/>
              <a:gd name="csY7" fmla="*/ 58440 h 94624"/>
              <a:gd name="csX8" fmla="*/ 4082437 w 5480026"/>
              <a:gd name="csY8" fmla="*/ 58440 h 94624"/>
              <a:gd name="csX9" fmla="*/ 3370952 w 5480026"/>
              <a:gd name="csY9" fmla="*/ 58440 h 94624"/>
              <a:gd name="csX10" fmla="*/ 2820558 w 5480026"/>
              <a:gd name="csY10" fmla="*/ 58440 h 94624"/>
              <a:gd name="csX11" fmla="*/ 2189619 w 5480026"/>
              <a:gd name="csY11" fmla="*/ 58440 h 94624"/>
              <a:gd name="csX12" fmla="*/ 1478134 w 5480026"/>
              <a:gd name="csY12" fmla="*/ 58440 h 94624"/>
              <a:gd name="csX13" fmla="*/ 726377 w 5480026"/>
              <a:gd name="csY13" fmla="*/ 58440 h 94624"/>
              <a:gd name="csX14" fmla="*/ 726377 w 5480026"/>
              <a:gd name="csY14" fmla="*/ 36184 h 94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480026" h="94624" fill="none" extrusionOk="0">
                <a:moveTo>
                  <a:pt x="726377" y="36184"/>
                </a:moveTo>
                <a:cubicBezTo>
                  <a:pt x="911788" y="19780"/>
                  <a:pt x="1237901" y="12608"/>
                  <a:pt x="1437862" y="36184"/>
                </a:cubicBezTo>
                <a:cubicBezTo>
                  <a:pt x="1637824" y="59760"/>
                  <a:pt x="1733256" y="18292"/>
                  <a:pt x="1988256" y="36184"/>
                </a:cubicBezTo>
                <a:cubicBezTo>
                  <a:pt x="2243256" y="54076"/>
                  <a:pt x="2405741" y="30484"/>
                  <a:pt x="2619195" y="36184"/>
                </a:cubicBezTo>
                <a:cubicBezTo>
                  <a:pt x="2832649" y="41884"/>
                  <a:pt x="3048700" y="28925"/>
                  <a:pt x="3330680" y="36184"/>
                </a:cubicBezTo>
                <a:cubicBezTo>
                  <a:pt x="3612660" y="43443"/>
                  <a:pt x="3719128" y="62328"/>
                  <a:pt x="3881073" y="36184"/>
                </a:cubicBezTo>
                <a:cubicBezTo>
                  <a:pt x="4043018" y="10040"/>
                  <a:pt x="4567695" y="-34"/>
                  <a:pt x="4753649" y="36184"/>
                </a:cubicBezTo>
                <a:cubicBezTo>
                  <a:pt x="4754423" y="41747"/>
                  <a:pt x="4753312" y="52707"/>
                  <a:pt x="4753649" y="58440"/>
                </a:cubicBezTo>
                <a:cubicBezTo>
                  <a:pt x="4579509" y="72312"/>
                  <a:pt x="4354978" y="61719"/>
                  <a:pt x="4082437" y="58440"/>
                </a:cubicBezTo>
                <a:cubicBezTo>
                  <a:pt x="3809896" y="55161"/>
                  <a:pt x="3631760" y="73307"/>
                  <a:pt x="3370952" y="58440"/>
                </a:cubicBezTo>
                <a:cubicBezTo>
                  <a:pt x="3110144" y="43573"/>
                  <a:pt x="2944482" y="50918"/>
                  <a:pt x="2820558" y="58440"/>
                </a:cubicBezTo>
                <a:cubicBezTo>
                  <a:pt x="2696634" y="65962"/>
                  <a:pt x="2328319" y="72580"/>
                  <a:pt x="2189619" y="58440"/>
                </a:cubicBezTo>
                <a:cubicBezTo>
                  <a:pt x="2050919" y="44300"/>
                  <a:pt x="1789139" y="89242"/>
                  <a:pt x="1478134" y="58440"/>
                </a:cubicBezTo>
                <a:cubicBezTo>
                  <a:pt x="1167130" y="27638"/>
                  <a:pt x="1012539" y="24602"/>
                  <a:pt x="726377" y="58440"/>
                </a:cubicBezTo>
                <a:cubicBezTo>
                  <a:pt x="726135" y="51783"/>
                  <a:pt x="726177" y="40942"/>
                  <a:pt x="726377" y="36184"/>
                </a:cubicBezTo>
                <a:close/>
              </a:path>
              <a:path w="5480026" h="94624" stroke="0" extrusionOk="0">
                <a:moveTo>
                  <a:pt x="726377" y="36184"/>
                </a:moveTo>
                <a:cubicBezTo>
                  <a:pt x="1011518" y="72599"/>
                  <a:pt x="1112442" y="36627"/>
                  <a:pt x="1478134" y="36184"/>
                </a:cubicBezTo>
                <a:cubicBezTo>
                  <a:pt x="1843826" y="35741"/>
                  <a:pt x="1927524" y="62916"/>
                  <a:pt x="2109074" y="36184"/>
                </a:cubicBezTo>
                <a:cubicBezTo>
                  <a:pt x="2290624" y="9452"/>
                  <a:pt x="2442027" y="33053"/>
                  <a:pt x="2659468" y="36184"/>
                </a:cubicBezTo>
                <a:cubicBezTo>
                  <a:pt x="2876909" y="39315"/>
                  <a:pt x="3110458" y="2855"/>
                  <a:pt x="3330680" y="36184"/>
                </a:cubicBezTo>
                <a:cubicBezTo>
                  <a:pt x="3550902" y="69513"/>
                  <a:pt x="3862724" y="21092"/>
                  <a:pt x="4001892" y="36184"/>
                </a:cubicBezTo>
                <a:cubicBezTo>
                  <a:pt x="4141060" y="51276"/>
                  <a:pt x="4393809" y="54627"/>
                  <a:pt x="4753649" y="36184"/>
                </a:cubicBezTo>
                <a:cubicBezTo>
                  <a:pt x="4754416" y="42385"/>
                  <a:pt x="4752648" y="50668"/>
                  <a:pt x="4753649" y="58440"/>
                </a:cubicBezTo>
                <a:cubicBezTo>
                  <a:pt x="4557853" y="58442"/>
                  <a:pt x="4272190" y="45819"/>
                  <a:pt x="4082437" y="58440"/>
                </a:cubicBezTo>
                <a:cubicBezTo>
                  <a:pt x="3892684" y="71061"/>
                  <a:pt x="3770225" y="75327"/>
                  <a:pt x="3532043" y="58440"/>
                </a:cubicBezTo>
                <a:cubicBezTo>
                  <a:pt x="3293861" y="41553"/>
                  <a:pt x="3083764" y="42032"/>
                  <a:pt x="2860831" y="58440"/>
                </a:cubicBezTo>
                <a:cubicBezTo>
                  <a:pt x="2637898" y="74848"/>
                  <a:pt x="2444006" y="81015"/>
                  <a:pt x="2149346" y="58440"/>
                </a:cubicBezTo>
                <a:cubicBezTo>
                  <a:pt x="1854687" y="35865"/>
                  <a:pt x="1639028" y="68151"/>
                  <a:pt x="1397589" y="58440"/>
                </a:cubicBezTo>
                <a:cubicBezTo>
                  <a:pt x="1156150" y="48729"/>
                  <a:pt x="896383" y="28851"/>
                  <a:pt x="726377" y="58440"/>
                </a:cubicBezTo>
                <a:cubicBezTo>
                  <a:pt x="725675" y="49926"/>
                  <a:pt x="726826" y="45865"/>
                  <a:pt x="726377" y="36184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989574929">
                  <a:prstGeom prst="mathMinus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AE57F64-ACF8-48CA-7F4F-E8CB14A4F872}"/>
              </a:ext>
            </a:extLst>
          </p:cNvPr>
          <p:cNvGrpSpPr/>
          <p:nvPr/>
        </p:nvGrpSpPr>
        <p:grpSpPr>
          <a:xfrm>
            <a:off x="1097650" y="2646243"/>
            <a:ext cx="6357582" cy="379217"/>
            <a:chOff x="909850" y="2752298"/>
            <a:chExt cx="6357582" cy="37921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D283E61-FD3F-F4D6-8966-0DAF65DF4D5B}"/>
                </a:ext>
              </a:extLst>
            </p:cNvPr>
            <p:cNvSpPr txBox="1"/>
            <p:nvPr/>
          </p:nvSpPr>
          <p:spPr>
            <a:xfrm>
              <a:off x="909850" y="2752298"/>
              <a:ext cx="6357582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/>
                  <a:cs typeface="Arial"/>
                </a:rPr>
                <a:t>Insurance Fraud and Authentication [5]</a:t>
              </a:r>
              <a:endParaRPr lang="en-US" dirty="0"/>
            </a:p>
          </p:txBody>
        </p:sp>
        <p:sp>
          <p:nvSpPr>
            <p:cNvPr id="23" name="Flowchart: Connector 22">
              <a:extLst>
                <a:ext uri="{FF2B5EF4-FFF2-40B4-BE49-F238E27FC236}">
                  <a16:creationId xmlns:a16="http://schemas.microsoft.com/office/drawing/2014/main" id="{02A4AAF1-E166-E939-AAC7-3ABEABB6FAC9}"/>
                </a:ext>
              </a:extLst>
            </p:cNvPr>
            <p:cNvSpPr/>
            <p:nvPr/>
          </p:nvSpPr>
          <p:spPr>
            <a:xfrm>
              <a:off x="1012208" y="2763671"/>
              <a:ext cx="361408" cy="367844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>
                  <a:ea typeface="Calibri"/>
                  <a:cs typeface="Calibri"/>
                </a:rPr>
                <a:t>1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C6AB688-442F-A6F9-3387-C08D575D0A4C}"/>
              </a:ext>
            </a:extLst>
          </p:cNvPr>
          <p:cNvGrpSpPr/>
          <p:nvPr/>
        </p:nvGrpSpPr>
        <p:grpSpPr>
          <a:xfrm>
            <a:off x="1438844" y="3027955"/>
            <a:ext cx="7388388" cy="369332"/>
            <a:chOff x="1483056" y="2553979"/>
            <a:chExt cx="7388388" cy="369332"/>
          </a:xfrm>
        </p:grpSpPr>
        <p:sp>
          <p:nvSpPr>
            <p:cNvPr id="34" name="Flowchart: Connector 33">
              <a:extLst>
                <a:ext uri="{FF2B5EF4-FFF2-40B4-BE49-F238E27FC236}">
                  <a16:creationId xmlns:a16="http://schemas.microsoft.com/office/drawing/2014/main" id="{95A0CF0A-262D-AC1D-43B1-BC6143499CDA}"/>
                </a:ext>
              </a:extLst>
            </p:cNvPr>
            <p:cNvSpPr/>
            <p:nvPr/>
          </p:nvSpPr>
          <p:spPr>
            <a:xfrm>
              <a:off x="1699145" y="2654489"/>
              <a:ext cx="177875" cy="180530"/>
            </a:xfrm>
            <a:prstGeom prst="flowChartConnector">
              <a:avLst/>
            </a:prstGeom>
            <a:solidFill>
              <a:srgbClr val="002F56"/>
            </a:solidFill>
            <a:ln>
              <a:solidFill>
                <a:srgbClr val="002F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ea typeface="Calibri"/>
                <a:cs typeface="Calibri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5840922-359B-4076-B149-186E32F27954}"/>
                </a:ext>
              </a:extLst>
            </p:cNvPr>
            <p:cNvSpPr txBox="1"/>
            <p:nvPr/>
          </p:nvSpPr>
          <p:spPr>
            <a:xfrm>
              <a:off x="1483056" y="2553979"/>
              <a:ext cx="7388388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/>
                  <a:cs typeface="Arial"/>
                </a:rPr>
                <a:t>Videos used as evidence can be manipulated</a:t>
              </a:r>
              <a:endParaRPr lang="en-US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B0E9963-D8C3-8A41-57D4-A06B8E2B94AB}"/>
              </a:ext>
            </a:extLst>
          </p:cNvPr>
          <p:cNvGrpSpPr/>
          <p:nvPr/>
        </p:nvGrpSpPr>
        <p:grpSpPr>
          <a:xfrm>
            <a:off x="1438844" y="3426014"/>
            <a:ext cx="6959763" cy="369332"/>
            <a:chOff x="1483056" y="2553979"/>
            <a:chExt cx="6959763" cy="369332"/>
          </a:xfrm>
        </p:grpSpPr>
        <p:sp>
          <p:nvSpPr>
            <p:cNvPr id="70" name="Flowchart: Connector 69">
              <a:extLst>
                <a:ext uri="{FF2B5EF4-FFF2-40B4-BE49-F238E27FC236}">
                  <a16:creationId xmlns:a16="http://schemas.microsoft.com/office/drawing/2014/main" id="{D9404AD4-329B-8FC4-0A8D-692A9B9A33FB}"/>
                </a:ext>
              </a:extLst>
            </p:cNvPr>
            <p:cNvSpPr/>
            <p:nvPr/>
          </p:nvSpPr>
          <p:spPr>
            <a:xfrm>
              <a:off x="1699145" y="2654489"/>
              <a:ext cx="177875" cy="180530"/>
            </a:xfrm>
            <a:prstGeom prst="flowChartConnector">
              <a:avLst/>
            </a:prstGeom>
            <a:solidFill>
              <a:srgbClr val="002F56"/>
            </a:solidFill>
            <a:ln>
              <a:solidFill>
                <a:srgbClr val="002F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ea typeface="Calibri"/>
                <a:cs typeface="Calibri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2EC0852-6BDD-AE58-124A-4DD9A91974C7}"/>
                </a:ext>
              </a:extLst>
            </p:cNvPr>
            <p:cNvSpPr txBox="1"/>
            <p:nvPr/>
          </p:nvSpPr>
          <p:spPr>
            <a:xfrm>
              <a:off x="1483056" y="2553979"/>
              <a:ext cx="6959763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/>
                  <a:cs typeface="Arial"/>
                </a:rPr>
                <a:t>"Staged Accidents" with fabricated accidents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0DF2C9E-4B6D-9009-9B2E-A610E5642DB1}"/>
              </a:ext>
            </a:extLst>
          </p:cNvPr>
          <p:cNvGrpSpPr/>
          <p:nvPr/>
        </p:nvGrpSpPr>
        <p:grpSpPr>
          <a:xfrm>
            <a:off x="1097650" y="3941643"/>
            <a:ext cx="6357582" cy="373502"/>
            <a:chOff x="909850" y="2752298"/>
            <a:chExt cx="6357582" cy="37350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FBECDF9-4480-208B-918A-B6E7511CF187}"/>
                </a:ext>
              </a:extLst>
            </p:cNvPr>
            <p:cNvSpPr txBox="1"/>
            <p:nvPr/>
          </p:nvSpPr>
          <p:spPr>
            <a:xfrm>
              <a:off x="909850" y="2752298"/>
              <a:ext cx="6357582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/>
                  <a:cs typeface="Arial"/>
                </a:rPr>
                <a:t>Forensic Verification [5]</a:t>
              </a:r>
              <a:endParaRPr lang="en-US" dirty="0"/>
            </a:p>
          </p:txBody>
        </p:sp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EDA6886A-F784-509F-9F4B-DF0880893F3B}"/>
                </a:ext>
              </a:extLst>
            </p:cNvPr>
            <p:cNvSpPr/>
            <p:nvPr/>
          </p:nvSpPr>
          <p:spPr>
            <a:xfrm>
              <a:off x="1012208" y="2763671"/>
              <a:ext cx="361408" cy="362129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dirty="0">
                  <a:ea typeface="Calibri"/>
                  <a:cs typeface="Calibri"/>
                </a:rPr>
                <a:t>2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9D1DDF2-C958-063E-D2F8-29B415F8392A}"/>
              </a:ext>
            </a:extLst>
          </p:cNvPr>
          <p:cNvGrpSpPr/>
          <p:nvPr/>
        </p:nvGrpSpPr>
        <p:grpSpPr>
          <a:xfrm>
            <a:off x="1438844" y="4323355"/>
            <a:ext cx="7388388" cy="369332"/>
            <a:chOff x="1483056" y="2553979"/>
            <a:chExt cx="7388388" cy="369332"/>
          </a:xfrm>
        </p:grpSpPr>
        <p:sp>
          <p:nvSpPr>
            <p:cNvPr id="14" name="Flowchart: Connector 13">
              <a:extLst>
                <a:ext uri="{FF2B5EF4-FFF2-40B4-BE49-F238E27FC236}">
                  <a16:creationId xmlns:a16="http://schemas.microsoft.com/office/drawing/2014/main" id="{411BDE63-6B40-9BC2-9C32-4B9912C62A7B}"/>
                </a:ext>
              </a:extLst>
            </p:cNvPr>
            <p:cNvSpPr/>
            <p:nvPr/>
          </p:nvSpPr>
          <p:spPr>
            <a:xfrm>
              <a:off x="1699145" y="2654489"/>
              <a:ext cx="177875" cy="180530"/>
            </a:xfrm>
            <a:prstGeom prst="flowChartConnector">
              <a:avLst/>
            </a:prstGeom>
            <a:solidFill>
              <a:srgbClr val="002F56"/>
            </a:solidFill>
            <a:ln>
              <a:solidFill>
                <a:srgbClr val="002F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ea typeface="Calibri"/>
                <a:cs typeface="Calibri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73B0EF7-656D-8041-6A14-F5916691405A}"/>
                </a:ext>
              </a:extLst>
            </p:cNvPr>
            <p:cNvSpPr txBox="1"/>
            <p:nvPr/>
          </p:nvSpPr>
          <p:spPr>
            <a:xfrm>
              <a:off x="1483056" y="2553979"/>
              <a:ext cx="7388388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/>
                  <a:cs typeface="Arial"/>
                </a:rPr>
                <a:t>Prove video authenticity in court proceedings</a:t>
              </a:r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982E649-E51F-4CB8-793B-FBA57749FD67}"/>
              </a:ext>
            </a:extLst>
          </p:cNvPr>
          <p:cNvGrpSpPr/>
          <p:nvPr/>
        </p:nvGrpSpPr>
        <p:grpSpPr>
          <a:xfrm>
            <a:off x="1107175" y="4808418"/>
            <a:ext cx="6357582" cy="373502"/>
            <a:chOff x="909850" y="2752298"/>
            <a:chExt cx="6357582" cy="37350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216BC31-AE2A-D46F-D97C-D796A6012A13}"/>
                </a:ext>
              </a:extLst>
            </p:cNvPr>
            <p:cNvSpPr txBox="1"/>
            <p:nvPr/>
          </p:nvSpPr>
          <p:spPr>
            <a:xfrm>
              <a:off x="909850" y="2752298"/>
              <a:ext cx="6357582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/>
                  <a:cs typeface="Arial"/>
                </a:rPr>
                <a:t>Privacy Violation</a:t>
              </a:r>
              <a:endParaRPr lang="en-US" dirty="0"/>
            </a:p>
          </p:txBody>
        </p:sp>
        <p:sp>
          <p:nvSpPr>
            <p:cNvPr id="25" name="Flowchart: Connector 24">
              <a:extLst>
                <a:ext uri="{FF2B5EF4-FFF2-40B4-BE49-F238E27FC236}">
                  <a16:creationId xmlns:a16="http://schemas.microsoft.com/office/drawing/2014/main" id="{6A5E6164-90CC-7EBD-19DD-56FC3EE8FBC9}"/>
                </a:ext>
              </a:extLst>
            </p:cNvPr>
            <p:cNvSpPr/>
            <p:nvPr/>
          </p:nvSpPr>
          <p:spPr>
            <a:xfrm>
              <a:off x="1012208" y="2763671"/>
              <a:ext cx="361408" cy="362129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dirty="0">
                  <a:ea typeface="Calibri"/>
                  <a:cs typeface="Calibri"/>
                </a:rPr>
                <a:t>3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34C7784-D176-A416-C079-1DCB1C5E78E7}"/>
              </a:ext>
            </a:extLst>
          </p:cNvPr>
          <p:cNvGrpSpPr/>
          <p:nvPr/>
        </p:nvGrpSpPr>
        <p:grpSpPr>
          <a:xfrm>
            <a:off x="1448369" y="5190130"/>
            <a:ext cx="7388388" cy="369332"/>
            <a:chOff x="1483056" y="2553979"/>
            <a:chExt cx="7388388" cy="369332"/>
          </a:xfrm>
        </p:grpSpPr>
        <p:sp>
          <p:nvSpPr>
            <p:cNvPr id="27" name="Flowchart: Connector 26">
              <a:extLst>
                <a:ext uri="{FF2B5EF4-FFF2-40B4-BE49-F238E27FC236}">
                  <a16:creationId xmlns:a16="http://schemas.microsoft.com/office/drawing/2014/main" id="{84330CA5-451E-44BA-7E85-799C7A26966E}"/>
                </a:ext>
              </a:extLst>
            </p:cNvPr>
            <p:cNvSpPr/>
            <p:nvPr/>
          </p:nvSpPr>
          <p:spPr>
            <a:xfrm>
              <a:off x="1699145" y="2654489"/>
              <a:ext cx="177875" cy="180530"/>
            </a:xfrm>
            <a:prstGeom prst="flowChartConnector">
              <a:avLst/>
            </a:prstGeom>
            <a:solidFill>
              <a:srgbClr val="002F56"/>
            </a:solidFill>
            <a:ln>
              <a:solidFill>
                <a:srgbClr val="002F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ea typeface="Calibri"/>
                <a:cs typeface="Calibri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E0A62F4-0E95-C63B-844A-DFBA0E7E0F3E}"/>
                </a:ext>
              </a:extLst>
            </p:cNvPr>
            <p:cNvSpPr txBox="1"/>
            <p:nvPr/>
          </p:nvSpPr>
          <p:spPr>
            <a:xfrm>
              <a:off x="1483056" y="2553979"/>
              <a:ext cx="7388388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/>
                  <a:cs typeface="Arial"/>
                </a:rPr>
                <a:t>Footage illegally shared on public platforms</a:t>
              </a:r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2C104F1-0696-1577-B81A-FEE1E593DA71}"/>
              </a:ext>
            </a:extLst>
          </p:cNvPr>
          <p:cNvGrpSpPr/>
          <p:nvPr/>
        </p:nvGrpSpPr>
        <p:grpSpPr>
          <a:xfrm>
            <a:off x="1448369" y="5714005"/>
            <a:ext cx="7388388" cy="369332"/>
            <a:chOff x="1483056" y="2553979"/>
            <a:chExt cx="7388388" cy="369332"/>
          </a:xfrm>
        </p:grpSpPr>
        <p:sp>
          <p:nvSpPr>
            <p:cNvPr id="30" name="Flowchart: Connector 29">
              <a:extLst>
                <a:ext uri="{FF2B5EF4-FFF2-40B4-BE49-F238E27FC236}">
                  <a16:creationId xmlns:a16="http://schemas.microsoft.com/office/drawing/2014/main" id="{DF6557B1-3AD6-82E1-821F-F59DF47791E0}"/>
                </a:ext>
              </a:extLst>
            </p:cNvPr>
            <p:cNvSpPr/>
            <p:nvPr/>
          </p:nvSpPr>
          <p:spPr>
            <a:xfrm>
              <a:off x="1699145" y="2654489"/>
              <a:ext cx="177875" cy="180530"/>
            </a:xfrm>
            <a:prstGeom prst="flowChartConnector">
              <a:avLst/>
            </a:prstGeom>
            <a:solidFill>
              <a:srgbClr val="002F56"/>
            </a:solidFill>
            <a:ln>
              <a:solidFill>
                <a:srgbClr val="002F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ea typeface="Calibri"/>
                <a:cs typeface="Calibri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BF4A21B-1D9D-743D-B930-B79022402467}"/>
                </a:ext>
              </a:extLst>
            </p:cNvPr>
            <p:cNvSpPr txBox="1"/>
            <p:nvPr/>
          </p:nvSpPr>
          <p:spPr>
            <a:xfrm>
              <a:off x="1483056" y="2553979"/>
              <a:ext cx="7388388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/>
                  <a:cs typeface="Arial"/>
                </a:rPr>
                <a:t>Need to trace video back to source vehicles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886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1124A-C2DF-374B-416E-FD7F080DA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D503D45-640F-2C9B-1A04-613D171F675A}"/>
              </a:ext>
            </a:extLst>
          </p:cNvPr>
          <p:cNvSpPr/>
          <p:nvPr/>
        </p:nvSpPr>
        <p:spPr>
          <a:xfrm>
            <a:off x="4762" y="-4762"/>
            <a:ext cx="12180093" cy="917735"/>
          </a:xfrm>
          <a:prstGeom prst="rect">
            <a:avLst/>
          </a:prstGeom>
          <a:solidFill>
            <a:srgbClr val="002F56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4400" b="1">
                <a:latin typeface="Georgia"/>
              </a:rPr>
              <a:t>Premier University</a:t>
            </a:r>
            <a:endParaRPr lang="en-US" sz="4400" b="1">
              <a:latin typeface="Georgia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Minus Sign 8">
            <a:extLst>
              <a:ext uri="{FF2B5EF4-FFF2-40B4-BE49-F238E27FC236}">
                <a16:creationId xmlns:a16="http://schemas.microsoft.com/office/drawing/2014/main" id="{A14BB133-72BD-F4EF-2B46-F894533EAB88}"/>
              </a:ext>
            </a:extLst>
          </p:cNvPr>
          <p:cNvSpPr/>
          <p:nvPr/>
        </p:nvSpPr>
        <p:spPr>
          <a:xfrm>
            <a:off x="-2185988" y="6286500"/>
            <a:ext cx="16546487" cy="917278"/>
          </a:xfrm>
          <a:prstGeom prst="mathMinus">
            <a:avLst/>
          </a:prstGeom>
          <a:solidFill>
            <a:srgbClr val="002F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5">
            <a:extLst>
              <a:ext uri="{FF2B5EF4-FFF2-40B4-BE49-F238E27FC236}">
                <a16:creationId xmlns:a16="http://schemas.microsoft.com/office/drawing/2014/main" id="{AFDA06F1-5B59-C1D2-D415-23A67420B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0805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05BBB"/>
                </a:solidFill>
                <a:latin typeface="Georgia"/>
                <a:ea typeface="Calibri Light"/>
                <a:cs typeface="Calibri Light"/>
              </a:rPr>
              <a:t>Sensor Signatures &amp; Forensics</a:t>
            </a:r>
            <a:endParaRPr lang="en-US" sz="3600" dirty="0">
              <a:solidFill>
                <a:srgbClr val="000000"/>
              </a:solidFill>
              <a:latin typeface="Georgia"/>
              <a:ea typeface="Calibri Light"/>
              <a:cs typeface="Calibri Light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6625DFB-5478-EAE3-3AE8-73561D5012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cap="all" dirty="0">
                <a:solidFill>
                  <a:srgbClr val="002F56"/>
                </a:solidFill>
                <a:latin typeface="Arial"/>
                <a:cs typeface="Arial"/>
              </a:rPr>
              <a:t>Proposed Approach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F69A236-3C70-C3EE-6DB3-84146C856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z="1400" dirty="0">
                <a:latin typeface="Georgia"/>
              </a:rPr>
              <a:t>11</a:t>
            </a:fld>
            <a:endParaRPr lang="en-US" sz="1400">
              <a:latin typeface="Georgia"/>
            </a:endParaRPr>
          </a:p>
        </p:txBody>
      </p:sp>
      <p:sp>
        <p:nvSpPr>
          <p:cNvPr id="12" name="Minus Sign 11">
            <a:extLst>
              <a:ext uri="{FF2B5EF4-FFF2-40B4-BE49-F238E27FC236}">
                <a16:creationId xmlns:a16="http://schemas.microsoft.com/office/drawing/2014/main" id="{D56CAC67-77EC-14ED-444A-81D479C35831}"/>
              </a:ext>
            </a:extLst>
          </p:cNvPr>
          <p:cNvSpPr/>
          <p:nvPr/>
        </p:nvSpPr>
        <p:spPr>
          <a:xfrm>
            <a:off x="3352800" y="1866900"/>
            <a:ext cx="5480026" cy="94624"/>
          </a:xfrm>
          <a:custGeom>
            <a:avLst/>
            <a:gdLst>
              <a:gd name="csX0" fmla="*/ 726377 w 5480026"/>
              <a:gd name="csY0" fmla="*/ 36184 h 94624"/>
              <a:gd name="csX1" fmla="*/ 1437862 w 5480026"/>
              <a:gd name="csY1" fmla="*/ 36184 h 94624"/>
              <a:gd name="csX2" fmla="*/ 1988256 w 5480026"/>
              <a:gd name="csY2" fmla="*/ 36184 h 94624"/>
              <a:gd name="csX3" fmla="*/ 2619195 w 5480026"/>
              <a:gd name="csY3" fmla="*/ 36184 h 94624"/>
              <a:gd name="csX4" fmla="*/ 3330680 w 5480026"/>
              <a:gd name="csY4" fmla="*/ 36184 h 94624"/>
              <a:gd name="csX5" fmla="*/ 3881073 w 5480026"/>
              <a:gd name="csY5" fmla="*/ 36184 h 94624"/>
              <a:gd name="csX6" fmla="*/ 4753649 w 5480026"/>
              <a:gd name="csY6" fmla="*/ 36184 h 94624"/>
              <a:gd name="csX7" fmla="*/ 4753649 w 5480026"/>
              <a:gd name="csY7" fmla="*/ 58440 h 94624"/>
              <a:gd name="csX8" fmla="*/ 4082437 w 5480026"/>
              <a:gd name="csY8" fmla="*/ 58440 h 94624"/>
              <a:gd name="csX9" fmla="*/ 3370952 w 5480026"/>
              <a:gd name="csY9" fmla="*/ 58440 h 94624"/>
              <a:gd name="csX10" fmla="*/ 2820558 w 5480026"/>
              <a:gd name="csY10" fmla="*/ 58440 h 94624"/>
              <a:gd name="csX11" fmla="*/ 2189619 w 5480026"/>
              <a:gd name="csY11" fmla="*/ 58440 h 94624"/>
              <a:gd name="csX12" fmla="*/ 1478134 w 5480026"/>
              <a:gd name="csY12" fmla="*/ 58440 h 94624"/>
              <a:gd name="csX13" fmla="*/ 726377 w 5480026"/>
              <a:gd name="csY13" fmla="*/ 58440 h 94624"/>
              <a:gd name="csX14" fmla="*/ 726377 w 5480026"/>
              <a:gd name="csY14" fmla="*/ 36184 h 94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480026" h="94624" fill="none" extrusionOk="0">
                <a:moveTo>
                  <a:pt x="726377" y="36184"/>
                </a:moveTo>
                <a:cubicBezTo>
                  <a:pt x="911788" y="19780"/>
                  <a:pt x="1237901" y="12608"/>
                  <a:pt x="1437862" y="36184"/>
                </a:cubicBezTo>
                <a:cubicBezTo>
                  <a:pt x="1637824" y="59760"/>
                  <a:pt x="1733256" y="18292"/>
                  <a:pt x="1988256" y="36184"/>
                </a:cubicBezTo>
                <a:cubicBezTo>
                  <a:pt x="2243256" y="54076"/>
                  <a:pt x="2405741" y="30484"/>
                  <a:pt x="2619195" y="36184"/>
                </a:cubicBezTo>
                <a:cubicBezTo>
                  <a:pt x="2832649" y="41884"/>
                  <a:pt x="3048700" y="28925"/>
                  <a:pt x="3330680" y="36184"/>
                </a:cubicBezTo>
                <a:cubicBezTo>
                  <a:pt x="3612660" y="43443"/>
                  <a:pt x="3719128" y="62328"/>
                  <a:pt x="3881073" y="36184"/>
                </a:cubicBezTo>
                <a:cubicBezTo>
                  <a:pt x="4043018" y="10040"/>
                  <a:pt x="4567695" y="-34"/>
                  <a:pt x="4753649" y="36184"/>
                </a:cubicBezTo>
                <a:cubicBezTo>
                  <a:pt x="4754423" y="41747"/>
                  <a:pt x="4753312" y="52707"/>
                  <a:pt x="4753649" y="58440"/>
                </a:cubicBezTo>
                <a:cubicBezTo>
                  <a:pt x="4579509" y="72312"/>
                  <a:pt x="4354978" y="61719"/>
                  <a:pt x="4082437" y="58440"/>
                </a:cubicBezTo>
                <a:cubicBezTo>
                  <a:pt x="3809896" y="55161"/>
                  <a:pt x="3631760" y="73307"/>
                  <a:pt x="3370952" y="58440"/>
                </a:cubicBezTo>
                <a:cubicBezTo>
                  <a:pt x="3110144" y="43573"/>
                  <a:pt x="2944482" y="50918"/>
                  <a:pt x="2820558" y="58440"/>
                </a:cubicBezTo>
                <a:cubicBezTo>
                  <a:pt x="2696634" y="65962"/>
                  <a:pt x="2328319" y="72580"/>
                  <a:pt x="2189619" y="58440"/>
                </a:cubicBezTo>
                <a:cubicBezTo>
                  <a:pt x="2050919" y="44300"/>
                  <a:pt x="1789139" y="89242"/>
                  <a:pt x="1478134" y="58440"/>
                </a:cubicBezTo>
                <a:cubicBezTo>
                  <a:pt x="1167130" y="27638"/>
                  <a:pt x="1012539" y="24602"/>
                  <a:pt x="726377" y="58440"/>
                </a:cubicBezTo>
                <a:cubicBezTo>
                  <a:pt x="726135" y="51783"/>
                  <a:pt x="726177" y="40942"/>
                  <a:pt x="726377" y="36184"/>
                </a:cubicBezTo>
                <a:close/>
              </a:path>
              <a:path w="5480026" h="94624" stroke="0" extrusionOk="0">
                <a:moveTo>
                  <a:pt x="726377" y="36184"/>
                </a:moveTo>
                <a:cubicBezTo>
                  <a:pt x="1011518" y="72599"/>
                  <a:pt x="1112442" y="36627"/>
                  <a:pt x="1478134" y="36184"/>
                </a:cubicBezTo>
                <a:cubicBezTo>
                  <a:pt x="1843826" y="35741"/>
                  <a:pt x="1927524" y="62916"/>
                  <a:pt x="2109074" y="36184"/>
                </a:cubicBezTo>
                <a:cubicBezTo>
                  <a:pt x="2290624" y="9452"/>
                  <a:pt x="2442027" y="33053"/>
                  <a:pt x="2659468" y="36184"/>
                </a:cubicBezTo>
                <a:cubicBezTo>
                  <a:pt x="2876909" y="39315"/>
                  <a:pt x="3110458" y="2855"/>
                  <a:pt x="3330680" y="36184"/>
                </a:cubicBezTo>
                <a:cubicBezTo>
                  <a:pt x="3550902" y="69513"/>
                  <a:pt x="3862724" y="21092"/>
                  <a:pt x="4001892" y="36184"/>
                </a:cubicBezTo>
                <a:cubicBezTo>
                  <a:pt x="4141060" y="51276"/>
                  <a:pt x="4393809" y="54627"/>
                  <a:pt x="4753649" y="36184"/>
                </a:cubicBezTo>
                <a:cubicBezTo>
                  <a:pt x="4754416" y="42385"/>
                  <a:pt x="4752648" y="50668"/>
                  <a:pt x="4753649" y="58440"/>
                </a:cubicBezTo>
                <a:cubicBezTo>
                  <a:pt x="4557853" y="58442"/>
                  <a:pt x="4272190" y="45819"/>
                  <a:pt x="4082437" y="58440"/>
                </a:cubicBezTo>
                <a:cubicBezTo>
                  <a:pt x="3892684" y="71061"/>
                  <a:pt x="3770225" y="75327"/>
                  <a:pt x="3532043" y="58440"/>
                </a:cubicBezTo>
                <a:cubicBezTo>
                  <a:pt x="3293861" y="41553"/>
                  <a:pt x="3083764" y="42032"/>
                  <a:pt x="2860831" y="58440"/>
                </a:cubicBezTo>
                <a:cubicBezTo>
                  <a:pt x="2637898" y="74848"/>
                  <a:pt x="2444006" y="81015"/>
                  <a:pt x="2149346" y="58440"/>
                </a:cubicBezTo>
                <a:cubicBezTo>
                  <a:pt x="1854687" y="35865"/>
                  <a:pt x="1639028" y="68151"/>
                  <a:pt x="1397589" y="58440"/>
                </a:cubicBezTo>
                <a:cubicBezTo>
                  <a:pt x="1156150" y="48729"/>
                  <a:pt x="896383" y="28851"/>
                  <a:pt x="726377" y="58440"/>
                </a:cubicBezTo>
                <a:cubicBezTo>
                  <a:pt x="725675" y="49926"/>
                  <a:pt x="726826" y="45865"/>
                  <a:pt x="726377" y="36184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989574929">
                  <a:prstGeom prst="mathMinus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1D30BD5-5E4E-E1A5-43CF-728E13DE36CF}"/>
              </a:ext>
            </a:extLst>
          </p:cNvPr>
          <p:cNvGrpSpPr/>
          <p:nvPr/>
        </p:nvGrpSpPr>
        <p:grpSpPr>
          <a:xfrm>
            <a:off x="1097650" y="2646243"/>
            <a:ext cx="6357582" cy="384932"/>
            <a:chOff x="909850" y="2752298"/>
            <a:chExt cx="6357582" cy="3849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51D006F-A8FF-3409-59D4-4ACE656F6174}"/>
                </a:ext>
              </a:extLst>
            </p:cNvPr>
            <p:cNvSpPr txBox="1"/>
            <p:nvPr/>
          </p:nvSpPr>
          <p:spPr>
            <a:xfrm>
              <a:off x="909850" y="2752298"/>
              <a:ext cx="6357582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/>
                  <a:cs typeface="Arial"/>
                </a:rPr>
                <a:t>Motion blur as unique signature [5]</a:t>
              </a:r>
              <a:endParaRPr lang="en-US" dirty="0"/>
            </a:p>
          </p:txBody>
        </p:sp>
        <p:sp>
          <p:nvSpPr>
            <p:cNvPr id="23" name="Flowchart: Connector 22">
              <a:extLst>
                <a:ext uri="{FF2B5EF4-FFF2-40B4-BE49-F238E27FC236}">
                  <a16:creationId xmlns:a16="http://schemas.microsoft.com/office/drawing/2014/main" id="{56C57D88-1E7F-4BF3-A545-BB6A455709A0}"/>
                </a:ext>
              </a:extLst>
            </p:cNvPr>
            <p:cNvSpPr/>
            <p:nvPr/>
          </p:nvSpPr>
          <p:spPr>
            <a:xfrm>
              <a:off x="1012208" y="2763671"/>
              <a:ext cx="361408" cy="373559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>
                  <a:ea typeface="Calibri"/>
                  <a:cs typeface="Calibri"/>
                </a:rPr>
                <a:t>1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362148A-5956-ACD1-370E-7A7B7A93EECC}"/>
              </a:ext>
            </a:extLst>
          </p:cNvPr>
          <p:cNvGrpSpPr/>
          <p:nvPr/>
        </p:nvGrpSpPr>
        <p:grpSpPr>
          <a:xfrm>
            <a:off x="1438844" y="3037480"/>
            <a:ext cx="5845338" cy="369332"/>
            <a:chOff x="1483056" y="2563504"/>
            <a:chExt cx="5845338" cy="369332"/>
          </a:xfrm>
        </p:grpSpPr>
        <p:sp>
          <p:nvSpPr>
            <p:cNvPr id="34" name="Flowchart: Connector 33">
              <a:extLst>
                <a:ext uri="{FF2B5EF4-FFF2-40B4-BE49-F238E27FC236}">
                  <a16:creationId xmlns:a16="http://schemas.microsoft.com/office/drawing/2014/main" id="{6B8D8134-E678-5C3C-B8AC-2086356600D0}"/>
                </a:ext>
              </a:extLst>
            </p:cNvPr>
            <p:cNvSpPr/>
            <p:nvPr/>
          </p:nvSpPr>
          <p:spPr>
            <a:xfrm>
              <a:off x="1699145" y="2654489"/>
              <a:ext cx="177875" cy="180530"/>
            </a:xfrm>
            <a:prstGeom prst="flowChartConnector">
              <a:avLst/>
            </a:prstGeom>
            <a:solidFill>
              <a:srgbClr val="002F56"/>
            </a:solidFill>
            <a:ln>
              <a:solidFill>
                <a:srgbClr val="002F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ea typeface="Calibri"/>
                <a:cs typeface="Calibri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4D87619-99DD-4B78-2B74-BBEFD7A6455E}"/>
                </a:ext>
              </a:extLst>
            </p:cNvPr>
            <p:cNvSpPr txBox="1"/>
            <p:nvPr/>
          </p:nvSpPr>
          <p:spPr>
            <a:xfrm>
              <a:off x="1483056" y="2563504"/>
              <a:ext cx="5845338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/>
              <a:r>
                <a:rPr lang="en-US" dirty="0">
                  <a:latin typeface="Arial"/>
                  <a:ea typeface="Calibri"/>
                  <a:cs typeface="Arial"/>
                </a:rPr>
                <a:t>Each vehicle has unique vibration patterns. </a:t>
              </a:r>
              <a:endParaRPr lang="en-US" dirty="0"/>
            </a:p>
          </p:txBody>
        </p:sp>
      </p:grpSp>
      <p:sp>
        <p:nvSpPr>
          <p:cNvPr id="20" name="Dashed Line Arrow" descr="Dashed Line Arrow">
            <a:extLst>
              <a:ext uri="{FF2B5EF4-FFF2-40B4-BE49-F238E27FC236}">
                <a16:creationId xmlns:a16="http://schemas.microsoft.com/office/drawing/2014/main" id="{720CF83F-95D6-6B83-58F3-CDC82C476129}"/>
              </a:ext>
            </a:extLst>
          </p:cNvPr>
          <p:cNvSpPr/>
          <p:nvPr/>
        </p:nvSpPr>
        <p:spPr>
          <a:xfrm rot="12600000" flipV="1">
            <a:off x="5930317" y="2574386"/>
            <a:ext cx="1399130" cy="1663105"/>
          </a:xfrm>
          <a:prstGeom prst="arc">
            <a:avLst/>
          </a:prstGeom>
          <a:ln w="20320">
            <a:solidFill>
              <a:schemeClr val="tx2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Arial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91247F-B588-D8F5-930C-50238704E8E9}"/>
              </a:ext>
            </a:extLst>
          </p:cNvPr>
          <p:cNvSpPr txBox="1"/>
          <p:nvPr/>
        </p:nvSpPr>
        <p:spPr>
          <a:xfrm>
            <a:off x="6980537" y="2403131"/>
            <a:ext cx="36548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ea typeface="Calibri"/>
                <a:cs typeface="Calibri"/>
              </a:rPr>
              <a:t>Engine, structure, motion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F59065-FDD7-B1DE-DECD-EC5D19A0E2A0}"/>
              </a:ext>
            </a:extLst>
          </p:cNvPr>
          <p:cNvSpPr txBox="1"/>
          <p:nvPr/>
        </p:nvSpPr>
        <p:spPr>
          <a:xfrm>
            <a:off x="4810382" y="4036540"/>
            <a:ext cx="32848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ea typeface="Calibri"/>
                <a:cs typeface="Calibri"/>
              </a:rPr>
              <a:t>Blur patterns extracted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1765F18-8522-22FC-9B48-C44C77428995}"/>
              </a:ext>
            </a:extLst>
          </p:cNvPr>
          <p:cNvSpPr txBox="1"/>
          <p:nvPr/>
        </p:nvSpPr>
        <p:spPr>
          <a:xfrm>
            <a:off x="2724406" y="4731865"/>
            <a:ext cx="328483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ea typeface="Calibri"/>
                <a:cs typeface="Calibri"/>
              </a:rPr>
              <a:t>Acts as unique signature</a:t>
            </a:r>
          </a:p>
          <a:p>
            <a:r>
              <a:rPr lang="en-US" dirty="0">
                <a:latin typeface="Arial"/>
                <a:ea typeface="Calibri"/>
                <a:cs typeface="Calibri"/>
              </a:rPr>
              <a:t>Independent of camera and location</a:t>
            </a:r>
          </a:p>
        </p:txBody>
      </p:sp>
      <p:sp>
        <p:nvSpPr>
          <p:cNvPr id="31" name="Dashed Line Arrow" descr="Dashed Line Arrow">
            <a:extLst>
              <a:ext uri="{FF2B5EF4-FFF2-40B4-BE49-F238E27FC236}">
                <a16:creationId xmlns:a16="http://schemas.microsoft.com/office/drawing/2014/main" id="{C1091B07-668C-A833-D660-BC3A5EA0CE59}"/>
              </a:ext>
            </a:extLst>
          </p:cNvPr>
          <p:cNvSpPr/>
          <p:nvPr/>
        </p:nvSpPr>
        <p:spPr>
          <a:xfrm rot="16440000">
            <a:off x="4072942" y="4060286"/>
            <a:ext cx="1399130" cy="1663105"/>
          </a:xfrm>
          <a:prstGeom prst="arc">
            <a:avLst/>
          </a:prstGeom>
          <a:ln w="20320">
            <a:solidFill>
              <a:schemeClr val="tx2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Arial" charset="0"/>
            </a:endParaRPr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8995EC8B-5204-C6C6-828C-7D74A3388C63}"/>
              </a:ext>
            </a:extLst>
          </p:cNvPr>
          <p:cNvSpPr/>
          <p:nvPr/>
        </p:nvSpPr>
        <p:spPr>
          <a:xfrm>
            <a:off x="5714999" y="3490784"/>
            <a:ext cx="90307" cy="539628"/>
          </a:xfrm>
          <a:prstGeom prst="downArrow">
            <a:avLst/>
          </a:prstGeom>
          <a:ln>
            <a:solidFill>
              <a:srgbClr val="002F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714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BEA1C-1EC5-29D5-2A06-B5C06EDA7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3B54C691-17BD-59E4-C927-F9D6FE2AFB85}"/>
              </a:ext>
            </a:extLst>
          </p:cNvPr>
          <p:cNvSpPr txBox="1"/>
          <p:nvPr/>
        </p:nvSpPr>
        <p:spPr>
          <a:xfrm>
            <a:off x="671015" y="1944805"/>
            <a:ext cx="10975074" cy="38668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91809E-EB76-6209-6FBB-61EDA52FC1EB}"/>
              </a:ext>
            </a:extLst>
          </p:cNvPr>
          <p:cNvSpPr/>
          <p:nvPr/>
        </p:nvSpPr>
        <p:spPr>
          <a:xfrm>
            <a:off x="4762" y="-4762"/>
            <a:ext cx="12180093" cy="917735"/>
          </a:xfrm>
          <a:prstGeom prst="rect">
            <a:avLst/>
          </a:prstGeom>
          <a:solidFill>
            <a:srgbClr val="002F56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4400" b="1">
                <a:latin typeface="Georgia"/>
              </a:rPr>
              <a:t>Premier University</a:t>
            </a:r>
            <a:endParaRPr lang="en-US" sz="4400" b="1">
              <a:latin typeface="Georgia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Minus Sign 8">
            <a:extLst>
              <a:ext uri="{FF2B5EF4-FFF2-40B4-BE49-F238E27FC236}">
                <a16:creationId xmlns:a16="http://schemas.microsoft.com/office/drawing/2014/main" id="{15A0AA24-1DB6-83E1-6702-44C06C37C5FE}"/>
              </a:ext>
            </a:extLst>
          </p:cNvPr>
          <p:cNvSpPr/>
          <p:nvPr/>
        </p:nvSpPr>
        <p:spPr>
          <a:xfrm>
            <a:off x="-2185988" y="6286500"/>
            <a:ext cx="16546487" cy="917278"/>
          </a:xfrm>
          <a:prstGeom prst="mathMinus">
            <a:avLst/>
          </a:prstGeom>
          <a:solidFill>
            <a:srgbClr val="002F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02E95E5E-F256-FC0E-0DCD-B8EAEF3DA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9537" y="1346484"/>
            <a:ext cx="7317120" cy="635956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05BBB"/>
                </a:solidFill>
                <a:latin typeface="Georgia"/>
                <a:ea typeface="Calibri Light"/>
                <a:cs typeface="Calibri Light"/>
              </a:rPr>
              <a:t>References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F69F904-3449-CE3B-D033-A75F04AC4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z="1400" dirty="0">
                <a:latin typeface="Georgia"/>
              </a:rPr>
              <a:t>12</a:t>
            </a:fld>
            <a:endParaRPr lang="en-US" sz="1400">
              <a:latin typeface="Georgia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600EE30-576C-5747-B799-EFBF94147654}"/>
              </a:ext>
            </a:extLst>
          </p:cNvPr>
          <p:cNvGrpSpPr/>
          <p:nvPr/>
        </p:nvGrpSpPr>
        <p:grpSpPr>
          <a:xfrm>
            <a:off x="762000" y="2195014"/>
            <a:ext cx="10664805" cy="468405"/>
            <a:chOff x="909850" y="2752298"/>
            <a:chExt cx="9300420" cy="87997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0BBE832-5F12-C33D-3409-8F5FFE12C491}"/>
                </a:ext>
              </a:extLst>
            </p:cNvPr>
            <p:cNvSpPr txBox="1"/>
            <p:nvPr/>
          </p:nvSpPr>
          <p:spPr>
            <a:xfrm>
              <a:off x="909850" y="2752298"/>
              <a:ext cx="9300420" cy="87997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 algn="just"/>
              <a:r>
                <a:rPr lang="en-US" dirty="0">
                  <a:latin typeface="Arial"/>
                  <a:ea typeface="+mn-lt"/>
                  <a:cs typeface="Arial"/>
                </a:rPr>
                <a:t>IDD: A Dataset for Exploring Problems of Autonomous Navigation in Unconstrained Environments</a:t>
              </a:r>
              <a:endParaRPr lang="en-US" dirty="0">
                <a:ea typeface="Calibri" panose="020F0502020204030204"/>
                <a:cs typeface="Calibri" panose="020F0502020204030204"/>
              </a:endParaRPr>
            </a:p>
            <a:p>
              <a:pPr lvl="1" algn="just"/>
              <a:endParaRPr lang="en-US" dirty="0">
                <a:latin typeface="Arial"/>
                <a:ea typeface="Calibri"/>
                <a:cs typeface="Arial"/>
              </a:endParaRPr>
            </a:p>
          </p:txBody>
        </p:sp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B05790AD-CD54-702E-D801-E6504DA63350}"/>
                </a:ext>
              </a:extLst>
            </p:cNvPr>
            <p:cNvSpPr/>
            <p:nvPr/>
          </p:nvSpPr>
          <p:spPr>
            <a:xfrm>
              <a:off x="991580" y="2763671"/>
              <a:ext cx="319120" cy="686699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ea typeface="Calibri"/>
                  <a:cs typeface="Calibri"/>
                </a:rPr>
                <a:t>1</a:t>
              </a:r>
              <a:endParaRPr lang="en-US"/>
            </a:p>
          </p:txBody>
        </p:sp>
      </p:grpSp>
      <p:sp>
        <p:nvSpPr>
          <p:cNvPr id="29" name="Minus Sign 28">
            <a:extLst>
              <a:ext uri="{FF2B5EF4-FFF2-40B4-BE49-F238E27FC236}">
                <a16:creationId xmlns:a16="http://schemas.microsoft.com/office/drawing/2014/main" id="{F3647A51-3BDA-8B7C-A109-071966786866}"/>
              </a:ext>
            </a:extLst>
          </p:cNvPr>
          <p:cNvSpPr/>
          <p:nvPr/>
        </p:nvSpPr>
        <p:spPr>
          <a:xfrm>
            <a:off x="3352800" y="1866900"/>
            <a:ext cx="5480026" cy="94624"/>
          </a:xfrm>
          <a:custGeom>
            <a:avLst/>
            <a:gdLst>
              <a:gd name="csX0" fmla="*/ 726377 w 5480026"/>
              <a:gd name="csY0" fmla="*/ 36184 h 94624"/>
              <a:gd name="csX1" fmla="*/ 1437862 w 5480026"/>
              <a:gd name="csY1" fmla="*/ 36184 h 94624"/>
              <a:gd name="csX2" fmla="*/ 1988256 w 5480026"/>
              <a:gd name="csY2" fmla="*/ 36184 h 94624"/>
              <a:gd name="csX3" fmla="*/ 2619195 w 5480026"/>
              <a:gd name="csY3" fmla="*/ 36184 h 94624"/>
              <a:gd name="csX4" fmla="*/ 3330680 w 5480026"/>
              <a:gd name="csY4" fmla="*/ 36184 h 94624"/>
              <a:gd name="csX5" fmla="*/ 3881073 w 5480026"/>
              <a:gd name="csY5" fmla="*/ 36184 h 94624"/>
              <a:gd name="csX6" fmla="*/ 4753649 w 5480026"/>
              <a:gd name="csY6" fmla="*/ 36184 h 94624"/>
              <a:gd name="csX7" fmla="*/ 4753649 w 5480026"/>
              <a:gd name="csY7" fmla="*/ 58440 h 94624"/>
              <a:gd name="csX8" fmla="*/ 4082437 w 5480026"/>
              <a:gd name="csY8" fmla="*/ 58440 h 94624"/>
              <a:gd name="csX9" fmla="*/ 3370952 w 5480026"/>
              <a:gd name="csY9" fmla="*/ 58440 h 94624"/>
              <a:gd name="csX10" fmla="*/ 2820558 w 5480026"/>
              <a:gd name="csY10" fmla="*/ 58440 h 94624"/>
              <a:gd name="csX11" fmla="*/ 2189619 w 5480026"/>
              <a:gd name="csY11" fmla="*/ 58440 h 94624"/>
              <a:gd name="csX12" fmla="*/ 1478134 w 5480026"/>
              <a:gd name="csY12" fmla="*/ 58440 h 94624"/>
              <a:gd name="csX13" fmla="*/ 726377 w 5480026"/>
              <a:gd name="csY13" fmla="*/ 58440 h 94624"/>
              <a:gd name="csX14" fmla="*/ 726377 w 5480026"/>
              <a:gd name="csY14" fmla="*/ 36184 h 94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480026" h="94624" fill="none" extrusionOk="0">
                <a:moveTo>
                  <a:pt x="726377" y="36184"/>
                </a:moveTo>
                <a:cubicBezTo>
                  <a:pt x="911788" y="19780"/>
                  <a:pt x="1237901" y="12608"/>
                  <a:pt x="1437862" y="36184"/>
                </a:cubicBezTo>
                <a:cubicBezTo>
                  <a:pt x="1637824" y="59760"/>
                  <a:pt x="1733256" y="18292"/>
                  <a:pt x="1988256" y="36184"/>
                </a:cubicBezTo>
                <a:cubicBezTo>
                  <a:pt x="2243256" y="54076"/>
                  <a:pt x="2405741" y="30484"/>
                  <a:pt x="2619195" y="36184"/>
                </a:cubicBezTo>
                <a:cubicBezTo>
                  <a:pt x="2832649" y="41884"/>
                  <a:pt x="3048700" y="28925"/>
                  <a:pt x="3330680" y="36184"/>
                </a:cubicBezTo>
                <a:cubicBezTo>
                  <a:pt x="3612660" y="43443"/>
                  <a:pt x="3719128" y="62328"/>
                  <a:pt x="3881073" y="36184"/>
                </a:cubicBezTo>
                <a:cubicBezTo>
                  <a:pt x="4043018" y="10040"/>
                  <a:pt x="4567695" y="-34"/>
                  <a:pt x="4753649" y="36184"/>
                </a:cubicBezTo>
                <a:cubicBezTo>
                  <a:pt x="4754423" y="41747"/>
                  <a:pt x="4753312" y="52707"/>
                  <a:pt x="4753649" y="58440"/>
                </a:cubicBezTo>
                <a:cubicBezTo>
                  <a:pt x="4579509" y="72312"/>
                  <a:pt x="4354978" y="61719"/>
                  <a:pt x="4082437" y="58440"/>
                </a:cubicBezTo>
                <a:cubicBezTo>
                  <a:pt x="3809896" y="55161"/>
                  <a:pt x="3631760" y="73307"/>
                  <a:pt x="3370952" y="58440"/>
                </a:cubicBezTo>
                <a:cubicBezTo>
                  <a:pt x="3110144" y="43573"/>
                  <a:pt x="2944482" y="50918"/>
                  <a:pt x="2820558" y="58440"/>
                </a:cubicBezTo>
                <a:cubicBezTo>
                  <a:pt x="2696634" y="65962"/>
                  <a:pt x="2328319" y="72580"/>
                  <a:pt x="2189619" y="58440"/>
                </a:cubicBezTo>
                <a:cubicBezTo>
                  <a:pt x="2050919" y="44300"/>
                  <a:pt x="1789139" y="89242"/>
                  <a:pt x="1478134" y="58440"/>
                </a:cubicBezTo>
                <a:cubicBezTo>
                  <a:pt x="1167130" y="27638"/>
                  <a:pt x="1012539" y="24602"/>
                  <a:pt x="726377" y="58440"/>
                </a:cubicBezTo>
                <a:cubicBezTo>
                  <a:pt x="726135" y="51783"/>
                  <a:pt x="726177" y="40942"/>
                  <a:pt x="726377" y="36184"/>
                </a:cubicBezTo>
                <a:close/>
              </a:path>
              <a:path w="5480026" h="94624" stroke="0" extrusionOk="0">
                <a:moveTo>
                  <a:pt x="726377" y="36184"/>
                </a:moveTo>
                <a:cubicBezTo>
                  <a:pt x="1011518" y="72599"/>
                  <a:pt x="1112442" y="36627"/>
                  <a:pt x="1478134" y="36184"/>
                </a:cubicBezTo>
                <a:cubicBezTo>
                  <a:pt x="1843826" y="35741"/>
                  <a:pt x="1927524" y="62916"/>
                  <a:pt x="2109074" y="36184"/>
                </a:cubicBezTo>
                <a:cubicBezTo>
                  <a:pt x="2290624" y="9452"/>
                  <a:pt x="2442027" y="33053"/>
                  <a:pt x="2659468" y="36184"/>
                </a:cubicBezTo>
                <a:cubicBezTo>
                  <a:pt x="2876909" y="39315"/>
                  <a:pt x="3110458" y="2855"/>
                  <a:pt x="3330680" y="36184"/>
                </a:cubicBezTo>
                <a:cubicBezTo>
                  <a:pt x="3550902" y="69513"/>
                  <a:pt x="3862724" y="21092"/>
                  <a:pt x="4001892" y="36184"/>
                </a:cubicBezTo>
                <a:cubicBezTo>
                  <a:pt x="4141060" y="51276"/>
                  <a:pt x="4393809" y="54627"/>
                  <a:pt x="4753649" y="36184"/>
                </a:cubicBezTo>
                <a:cubicBezTo>
                  <a:pt x="4754416" y="42385"/>
                  <a:pt x="4752648" y="50668"/>
                  <a:pt x="4753649" y="58440"/>
                </a:cubicBezTo>
                <a:cubicBezTo>
                  <a:pt x="4557853" y="58442"/>
                  <a:pt x="4272190" y="45819"/>
                  <a:pt x="4082437" y="58440"/>
                </a:cubicBezTo>
                <a:cubicBezTo>
                  <a:pt x="3892684" y="71061"/>
                  <a:pt x="3770225" y="75327"/>
                  <a:pt x="3532043" y="58440"/>
                </a:cubicBezTo>
                <a:cubicBezTo>
                  <a:pt x="3293861" y="41553"/>
                  <a:pt x="3083764" y="42032"/>
                  <a:pt x="2860831" y="58440"/>
                </a:cubicBezTo>
                <a:cubicBezTo>
                  <a:pt x="2637898" y="74848"/>
                  <a:pt x="2444006" y="81015"/>
                  <a:pt x="2149346" y="58440"/>
                </a:cubicBezTo>
                <a:cubicBezTo>
                  <a:pt x="1854687" y="35865"/>
                  <a:pt x="1639028" y="68151"/>
                  <a:pt x="1397589" y="58440"/>
                </a:cubicBezTo>
                <a:cubicBezTo>
                  <a:pt x="1156150" y="48729"/>
                  <a:pt x="896383" y="28851"/>
                  <a:pt x="726377" y="58440"/>
                </a:cubicBezTo>
                <a:cubicBezTo>
                  <a:pt x="725675" y="49926"/>
                  <a:pt x="726826" y="45865"/>
                  <a:pt x="726377" y="36184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989574929">
                  <a:prstGeom prst="mathMinus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51E9156-3CE5-91B8-D439-14E1CABEFFB2}"/>
              </a:ext>
            </a:extLst>
          </p:cNvPr>
          <p:cNvGrpSpPr/>
          <p:nvPr/>
        </p:nvGrpSpPr>
        <p:grpSpPr>
          <a:xfrm>
            <a:off x="756313" y="2831909"/>
            <a:ext cx="10664805" cy="371580"/>
            <a:chOff x="909850" y="2752298"/>
            <a:chExt cx="9300420" cy="69807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F938C1A-4401-B6FF-8B6A-55F5024C0B06}"/>
                </a:ext>
              </a:extLst>
            </p:cNvPr>
            <p:cNvSpPr txBox="1"/>
            <p:nvPr/>
          </p:nvSpPr>
          <p:spPr>
            <a:xfrm>
              <a:off x="909850" y="2752298"/>
              <a:ext cx="9300420" cy="69384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 algn="just"/>
              <a:r>
                <a:rPr lang="en-US" dirty="0">
                  <a:latin typeface="Arial"/>
                  <a:ea typeface="+mn-lt"/>
                  <a:cs typeface="Arial"/>
                </a:rPr>
                <a:t>RSUD20K: A DATASET FOR ROAD SCENE UNDERSTANDING IN AUTONOMOUS DRIVING</a:t>
              </a:r>
              <a:endParaRPr lang="en-US" dirty="0"/>
            </a:p>
          </p:txBody>
        </p:sp>
        <p:sp>
          <p:nvSpPr>
            <p:cNvPr id="32" name="Flowchart: Connector 31">
              <a:extLst>
                <a:ext uri="{FF2B5EF4-FFF2-40B4-BE49-F238E27FC236}">
                  <a16:creationId xmlns:a16="http://schemas.microsoft.com/office/drawing/2014/main" id="{48025C96-3C95-A45E-AFA9-6E2DED3F738F}"/>
                </a:ext>
              </a:extLst>
            </p:cNvPr>
            <p:cNvSpPr/>
            <p:nvPr/>
          </p:nvSpPr>
          <p:spPr>
            <a:xfrm>
              <a:off x="991580" y="2763671"/>
              <a:ext cx="319120" cy="686699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dirty="0">
                  <a:ea typeface="Calibri"/>
                  <a:cs typeface="Calibri"/>
                </a:rPr>
                <a:t>2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DEB1869-8E30-234E-BB6A-24D67EA52F7E}"/>
              </a:ext>
            </a:extLst>
          </p:cNvPr>
          <p:cNvGrpSpPr/>
          <p:nvPr/>
        </p:nvGrpSpPr>
        <p:grpSpPr>
          <a:xfrm>
            <a:off x="762000" y="3389192"/>
            <a:ext cx="10664805" cy="923330"/>
            <a:chOff x="909850" y="2602734"/>
            <a:chExt cx="9300420" cy="1734624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18107DA-1A8D-5107-F11D-7C6CE5959E14}"/>
                </a:ext>
              </a:extLst>
            </p:cNvPr>
            <p:cNvSpPr txBox="1"/>
            <p:nvPr/>
          </p:nvSpPr>
          <p:spPr>
            <a:xfrm>
              <a:off x="909850" y="2602734"/>
              <a:ext cx="9300420" cy="173462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 algn="just"/>
              <a:r>
                <a:rPr lang="en-US" dirty="0">
                  <a:latin typeface="Arial"/>
                  <a:ea typeface="+mn-lt"/>
                  <a:cs typeface="Arial"/>
                </a:rPr>
                <a:t>Lane Change Detection of Surrounding Vehicles in Dashcam Videos: A Synthesis of Methods and Challenges for Future Research</a:t>
              </a:r>
              <a:endParaRPr lang="en-US" dirty="0"/>
            </a:p>
            <a:p>
              <a:pPr lvl="1" algn="just"/>
              <a:endParaRPr lang="en-US" dirty="0">
                <a:latin typeface="Arial"/>
                <a:ea typeface="Calibri"/>
                <a:cs typeface="Arial"/>
              </a:endParaRPr>
            </a:p>
          </p:txBody>
        </p:sp>
        <p:sp>
          <p:nvSpPr>
            <p:cNvPr id="35" name="Flowchart: Connector 34">
              <a:extLst>
                <a:ext uri="{FF2B5EF4-FFF2-40B4-BE49-F238E27FC236}">
                  <a16:creationId xmlns:a16="http://schemas.microsoft.com/office/drawing/2014/main" id="{7885FA17-886C-12A9-010B-4F85DD2CCC81}"/>
                </a:ext>
              </a:extLst>
            </p:cNvPr>
            <p:cNvSpPr/>
            <p:nvPr/>
          </p:nvSpPr>
          <p:spPr>
            <a:xfrm>
              <a:off x="991580" y="2763671"/>
              <a:ext cx="319120" cy="686699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dirty="0">
                  <a:ea typeface="Calibri"/>
                  <a:cs typeface="Calibri"/>
                </a:rPr>
                <a:t>3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BB59848-F250-280D-36A9-DB75FF5BC29F}"/>
              </a:ext>
            </a:extLst>
          </p:cNvPr>
          <p:cNvGrpSpPr/>
          <p:nvPr/>
        </p:nvGrpSpPr>
        <p:grpSpPr>
          <a:xfrm>
            <a:off x="767687" y="4185311"/>
            <a:ext cx="10664805" cy="371580"/>
            <a:chOff x="909850" y="2752298"/>
            <a:chExt cx="9300420" cy="698072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C328071-4F39-65D3-5C0D-362E51CCA80F}"/>
                </a:ext>
              </a:extLst>
            </p:cNvPr>
            <p:cNvSpPr txBox="1"/>
            <p:nvPr/>
          </p:nvSpPr>
          <p:spPr>
            <a:xfrm>
              <a:off x="909850" y="2752298"/>
              <a:ext cx="9300420" cy="69384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 algn="just"/>
              <a:r>
                <a:rPr lang="en-US" dirty="0">
                  <a:latin typeface="Arial"/>
                  <a:ea typeface="+mn-lt"/>
                  <a:cs typeface="Arial"/>
                </a:rPr>
                <a:t>CS-MRBD: A Motorcycle Rider Behavior Dataset for Chaotic Streets</a:t>
              </a:r>
              <a:endParaRPr lang="en-US" dirty="0"/>
            </a:p>
          </p:txBody>
        </p:sp>
        <p:sp>
          <p:nvSpPr>
            <p:cNvPr id="38" name="Flowchart: Connector 37">
              <a:extLst>
                <a:ext uri="{FF2B5EF4-FFF2-40B4-BE49-F238E27FC236}">
                  <a16:creationId xmlns:a16="http://schemas.microsoft.com/office/drawing/2014/main" id="{B8BE3E39-A410-294E-ED48-19DBAB360B81}"/>
                </a:ext>
              </a:extLst>
            </p:cNvPr>
            <p:cNvSpPr/>
            <p:nvPr/>
          </p:nvSpPr>
          <p:spPr>
            <a:xfrm>
              <a:off x="991580" y="2763671"/>
              <a:ext cx="319120" cy="686699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dirty="0">
                  <a:ea typeface="Calibri"/>
                  <a:cs typeface="Calibri"/>
                </a:rPr>
                <a:t>4</a:t>
              </a:r>
              <a:endParaRPr lang="en-US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08CBC56-59BF-C999-0DAB-A5036BA88751}"/>
              </a:ext>
            </a:extLst>
          </p:cNvPr>
          <p:cNvGrpSpPr/>
          <p:nvPr/>
        </p:nvGrpSpPr>
        <p:grpSpPr>
          <a:xfrm>
            <a:off x="762000" y="4810829"/>
            <a:ext cx="10664805" cy="371579"/>
            <a:chOff x="909850" y="2752298"/>
            <a:chExt cx="9300420" cy="698072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FADA5BA-7040-3124-A0F0-C7464F6DF0CC}"/>
                </a:ext>
              </a:extLst>
            </p:cNvPr>
            <p:cNvSpPr txBox="1"/>
            <p:nvPr/>
          </p:nvSpPr>
          <p:spPr>
            <a:xfrm>
              <a:off x="909850" y="2752298"/>
              <a:ext cx="9300420" cy="69385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lvl="1" algn="just"/>
              <a:r>
                <a:rPr lang="en-US" dirty="0">
                  <a:latin typeface="Arial"/>
                  <a:ea typeface="+mn-lt"/>
                  <a:cs typeface="Arial"/>
                </a:rPr>
                <a:t>Egocentric Analysis of Dash-Cam Videos for Vehicle Forensics</a:t>
              </a:r>
              <a:endParaRPr lang="en-US" dirty="0"/>
            </a:p>
          </p:txBody>
        </p:sp>
        <p:sp>
          <p:nvSpPr>
            <p:cNvPr id="41" name="Flowchart: Connector 40">
              <a:extLst>
                <a:ext uri="{FF2B5EF4-FFF2-40B4-BE49-F238E27FC236}">
                  <a16:creationId xmlns:a16="http://schemas.microsoft.com/office/drawing/2014/main" id="{9E731360-2CAD-DF85-6A75-D17ACEB037DC}"/>
                </a:ext>
              </a:extLst>
            </p:cNvPr>
            <p:cNvSpPr/>
            <p:nvPr/>
          </p:nvSpPr>
          <p:spPr>
            <a:xfrm>
              <a:off x="991580" y="2763671"/>
              <a:ext cx="319120" cy="686699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dirty="0">
                  <a:ea typeface="Calibri"/>
                  <a:cs typeface="Calibri"/>
                </a:rPr>
                <a:t>5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23572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18B6D-A841-1D61-CBDF-4D2A55697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ECF029C-108E-3999-E159-444FBC9810C5}"/>
              </a:ext>
            </a:extLst>
          </p:cNvPr>
          <p:cNvSpPr/>
          <p:nvPr/>
        </p:nvSpPr>
        <p:spPr>
          <a:xfrm>
            <a:off x="4762" y="-4762"/>
            <a:ext cx="12180093" cy="6870860"/>
          </a:xfrm>
          <a:prstGeom prst="rect">
            <a:avLst/>
          </a:prstGeom>
          <a:solidFill>
            <a:srgbClr val="002F56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1"/>
            <a:endParaRPr lang="en-US" sz="4400" b="1">
              <a:solidFill>
                <a:srgbClr val="005BBB"/>
              </a:solidFill>
              <a:latin typeface="Georgia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4CB3E1C-FBDC-2652-016E-B117CD17A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z="1400" dirty="0">
                <a:latin typeface="Georgia"/>
              </a:rPr>
              <a:t>13</a:t>
            </a:fld>
            <a:endParaRPr lang="en-US" sz="1400">
              <a:latin typeface="Georgia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613E453-FE2B-4AAB-25BB-9B49680FD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612" y="276367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>
                <a:solidFill>
                  <a:srgbClr val="FFFFFF"/>
                </a:solidFill>
                <a:latin typeface="Arial"/>
                <a:ea typeface="Calibri Light"/>
                <a:cs typeface="Calibri Light"/>
              </a:rPr>
              <a:t>Thank You</a:t>
            </a:r>
            <a:endParaRPr lang="en-US" sz="6000" b="1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02502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Literature Review &amp; Technical Synthesis</vt:lpstr>
      <vt:lpstr>Literature Taxonomy &amp; Strategic Clusters</vt:lpstr>
      <vt:lpstr>South Asian Unstructured Environmental Focused</vt:lpstr>
      <vt:lpstr>South Asian Unstructured Environmental Focused</vt:lpstr>
      <vt:lpstr>PowerPoint Presentation</vt:lpstr>
      <vt:lpstr>Real Time Driving Safety &amp; Behavior Analysis</vt:lpstr>
      <vt:lpstr>PowerPoint Presentation</vt:lpstr>
      <vt:lpstr>Real Time Driving Safety &amp; Behavior Analysis</vt:lpstr>
      <vt:lpstr>PowerPoint Presentation</vt:lpstr>
      <vt:lpstr>Sensor Signatures &amp; Forensics</vt:lpstr>
      <vt:lpstr>Sensor Signatures &amp; Forensics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1063</cp:revision>
  <dcterms:created xsi:type="dcterms:W3CDTF">2025-11-30T13:39:52Z</dcterms:created>
  <dcterms:modified xsi:type="dcterms:W3CDTF">2025-12-01T15:21:55Z</dcterms:modified>
</cp:coreProperties>
</file>